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64" r:id="rId5"/>
    <p:sldId id="259" r:id="rId6"/>
    <p:sldId id="262" r:id="rId7"/>
    <p:sldId id="261" r:id="rId8"/>
    <p:sldId id="260" r:id="rId9"/>
    <p:sldId id="263" r:id="rId10"/>
    <p:sldId id="258" r:id="rId11"/>
    <p:sldId id="265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39923-0E04-87E4-FFD1-9B8AA226C558}" v="4" dt="2021-11-25T16:52:55.106"/>
    <p1510:client id="{DC2D5F78-5655-4DC3-BC58-6E29A51BF770}" v="591" dt="2021-11-25T20:06:54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s24 ZetJ" userId="c357789f-51ee-4d77-b637-f45a667dcab7" providerId="ADAL" clId="{DC2D5F78-5655-4DC3-BC58-6E29A51BF770}"/>
    <pc:docChg chg="undo custSel addSld delSld modSld sldOrd modMainMaster">
      <pc:chgData name="Abs24 ZetJ" userId="c357789f-51ee-4d77-b637-f45a667dcab7" providerId="ADAL" clId="{DC2D5F78-5655-4DC3-BC58-6E29A51BF770}" dt="2021-11-25T20:10:46.850" v="3524" actId="26606"/>
      <pc:docMkLst>
        <pc:docMk/>
      </pc:docMkLst>
      <pc:sldChg chg="addSp delSp modSp del mod modTransition setBg addAnim delAnim modAnim setClrOvrMap">
        <pc:chgData name="Abs24 ZetJ" userId="c357789f-51ee-4d77-b637-f45a667dcab7" providerId="ADAL" clId="{DC2D5F78-5655-4DC3-BC58-6E29A51BF770}" dt="2021-11-25T17:12:39.610" v="2949" actId="2696"/>
        <pc:sldMkLst>
          <pc:docMk/>
          <pc:sldMk cId="714026699" sldId="256"/>
        </pc:sldMkLst>
        <pc:spChg chg="del mod">
          <ac:chgData name="Abs24 ZetJ" userId="c357789f-51ee-4d77-b637-f45a667dcab7" providerId="ADAL" clId="{DC2D5F78-5655-4DC3-BC58-6E29A51BF770}" dt="2021-11-25T17:12:33.897" v="2947" actId="478"/>
          <ac:spMkLst>
            <pc:docMk/>
            <pc:sldMk cId="714026699" sldId="256"/>
            <ac:spMk id="2" creationId="{5B46D90F-BEDB-48D2-A07F-C6ADFD14C038}"/>
          </ac:spMkLst>
        </pc:spChg>
        <pc:spChg chg="del mod">
          <ac:chgData name="Abs24 ZetJ" userId="c357789f-51ee-4d77-b637-f45a667dcab7" providerId="ADAL" clId="{DC2D5F78-5655-4DC3-BC58-6E29A51BF770}" dt="2021-11-25T17:12:36.154" v="2948" actId="478"/>
          <ac:spMkLst>
            <pc:docMk/>
            <pc:sldMk cId="714026699" sldId="256"/>
            <ac:spMk id="3" creationId="{077C3D7E-20D2-43D7-8230-09C33B6B045B}"/>
          </ac:spMkLst>
        </pc:spChg>
        <pc:spChg chg="add mod">
          <ac:chgData name="Abs24 ZetJ" userId="c357789f-51ee-4d77-b637-f45a667dcab7" providerId="ADAL" clId="{DC2D5F78-5655-4DC3-BC58-6E29A51BF770}" dt="2021-11-25T17:12:33.897" v="2947" actId="478"/>
          <ac:spMkLst>
            <pc:docMk/>
            <pc:sldMk cId="714026699" sldId="256"/>
            <ac:spMk id="6" creationId="{E1D91886-7C86-42AA-BFC8-05A178124373}"/>
          </ac:spMkLst>
        </pc:spChg>
        <pc:spChg chg="add mod">
          <ac:chgData name="Abs24 ZetJ" userId="c357789f-51ee-4d77-b637-f45a667dcab7" providerId="ADAL" clId="{DC2D5F78-5655-4DC3-BC58-6E29A51BF770}" dt="2021-11-25T17:12:36.154" v="2948" actId="478"/>
          <ac:spMkLst>
            <pc:docMk/>
            <pc:sldMk cId="714026699" sldId="256"/>
            <ac:spMk id="8" creationId="{3607ED73-286D-49D5-A23A-90BB74E9D799}"/>
          </ac:spMkLst>
        </pc:spChg>
        <pc:spChg chg="add del">
          <ac:chgData name="Abs24 ZetJ" userId="c357789f-51ee-4d77-b637-f45a667dcab7" providerId="ADAL" clId="{DC2D5F78-5655-4DC3-BC58-6E29A51BF770}" dt="2021-11-21T19:13:24.909" v="586" actId="26606"/>
          <ac:spMkLst>
            <pc:docMk/>
            <pc:sldMk cId="714026699" sldId="256"/>
            <ac:spMk id="10" creationId="{0671A8AE-40A1-4631-A6B8-581AFF065482}"/>
          </ac:spMkLst>
        </pc:spChg>
        <pc:spChg chg="add del">
          <ac:chgData name="Abs24 ZetJ" userId="c357789f-51ee-4d77-b637-f45a667dcab7" providerId="ADAL" clId="{DC2D5F78-5655-4DC3-BC58-6E29A51BF770}" dt="2021-11-21T19:13:24.909" v="586" actId="26606"/>
          <ac:spMkLst>
            <pc:docMk/>
            <pc:sldMk cId="714026699" sldId="256"/>
            <ac:spMk id="12" creationId="{AB58EF07-17C2-48CF-ABB0-EEF1F17CB8F0}"/>
          </ac:spMkLst>
        </pc:spChg>
        <pc:spChg chg="add del">
          <ac:chgData name="Abs24 ZetJ" userId="c357789f-51ee-4d77-b637-f45a667dcab7" providerId="ADAL" clId="{DC2D5F78-5655-4DC3-BC58-6E29A51BF770}" dt="2021-11-21T19:13:24.909" v="586" actId="26606"/>
          <ac:spMkLst>
            <pc:docMk/>
            <pc:sldMk cId="714026699" sldId="256"/>
            <ac:spMk id="14" creationId="{AF2F604E-43BE-4DC3-B983-E071523364F8}"/>
          </ac:spMkLst>
        </pc:spChg>
        <pc:spChg chg="add del">
          <ac:chgData name="Abs24 ZetJ" userId="c357789f-51ee-4d77-b637-f45a667dcab7" providerId="ADAL" clId="{DC2D5F78-5655-4DC3-BC58-6E29A51BF770}" dt="2021-11-21T19:13:24.909" v="586" actId="26606"/>
          <ac:spMkLst>
            <pc:docMk/>
            <pc:sldMk cId="714026699" sldId="256"/>
            <ac:spMk id="16" creationId="{08C9B587-E65E-4B52-B37C-ABEBB6E87928}"/>
          </ac:spMkLst>
        </pc:spChg>
        <pc:spChg chg="add del">
          <ac:chgData name="Abs24 ZetJ" userId="c357789f-51ee-4d77-b637-f45a667dcab7" providerId="ADAL" clId="{DC2D5F78-5655-4DC3-BC58-6E29A51BF770}" dt="2021-11-21T19:13:41.602" v="588" actId="26606"/>
          <ac:spMkLst>
            <pc:docMk/>
            <pc:sldMk cId="714026699" sldId="256"/>
            <ac:spMk id="18" creationId="{526E0BFB-CDF1-4990-8C11-AC849311E0A8}"/>
          </ac:spMkLst>
        </pc:spChg>
        <pc:spChg chg="add del">
          <ac:chgData name="Abs24 ZetJ" userId="c357789f-51ee-4d77-b637-f45a667dcab7" providerId="ADAL" clId="{DC2D5F78-5655-4DC3-BC58-6E29A51BF770}" dt="2021-11-21T19:13:41.602" v="588" actId="26606"/>
          <ac:spMkLst>
            <pc:docMk/>
            <pc:sldMk cId="714026699" sldId="256"/>
            <ac:spMk id="19" creationId="{6069A1F8-9BEB-4786-9694-FC48B2D75D21}"/>
          </ac:spMkLst>
        </pc:spChg>
        <pc:spChg chg="add del">
          <ac:chgData name="Abs24 ZetJ" userId="c357789f-51ee-4d77-b637-f45a667dcab7" providerId="ADAL" clId="{DC2D5F78-5655-4DC3-BC58-6E29A51BF770}" dt="2021-11-21T19:13:41.602" v="588" actId="26606"/>
          <ac:spMkLst>
            <pc:docMk/>
            <pc:sldMk cId="714026699" sldId="256"/>
            <ac:spMk id="20" creationId="{AF2F604E-43BE-4DC3-B983-E071523364F8}"/>
          </ac:spMkLst>
        </pc:spChg>
        <pc:spChg chg="add del">
          <ac:chgData name="Abs24 ZetJ" userId="c357789f-51ee-4d77-b637-f45a667dcab7" providerId="ADAL" clId="{DC2D5F78-5655-4DC3-BC58-6E29A51BF770}" dt="2021-11-21T19:13:41.602" v="588" actId="26606"/>
          <ac:spMkLst>
            <pc:docMk/>
            <pc:sldMk cId="714026699" sldId="256"/>
            <ac:spMk id="21" creationId="{08C9B587-E65E-4B52-B37C-ABEBB6E87928}"/>
          </ac:spMkLst>
        </pc:spChg>
        <pc:spChg chg="add">
          <ac:chgData name="Abs24 ZetJ" userId="c357789f-51ee-4d77-b637-f45a667dcab7" providerId="ADAL" clId="{DC2D5F78-5655-4DC3-BC58-6E29A51BF770}" dt="2021-11-21T19:13:41.646" v="589" actId="26606"/>
          <ac:spMkLst>
            <pc:docMk/>
            <pc:sldMk cId="714026699" sldId="256"/>
            <ac:spMk id="23" creationId="{9C6777B5-64F4-4200-B099-34168B69FE53}"/>
          </ac:spMkLst>
        </pc:spChg>
        <pc:spChg chg="add">
          <ac:chgData name="Abs24 ZetJ" userId="c357789f-51ee-4d77-b637-f45a667dcab7" providerId="ADAL" clId="{DC2D5F78-5655-4DC3-BC58-6E29A51BF770}" dt="2021-11-21T19:13:41.646" v="589" actId="26606"/>
          <ac:spMkLst>
            <pc:docMk/>
            <pc:sldMk cId="714026699" sldId="256"/>
            <ac:spMk id="24" creationId="{9B37791B-B040-4694-BFDC-8DD132D86E8E}"/>
          </ac:spMkLst>
        </pc:spChg>
        <pc:grpChg chg="add">
          <ac:chgData name="Abs24 ZetJ" userId="c357789f-51ee-4d77-b637-f45a667dcab7" providerId="ADAL" clId="{DC2D5F78-5655-4DC3-BC58-6E29A51BF770}" dt="2021-11-21T19:13:41.646" v="589" actId="26606"/>
          <ac:grpSpMkLst>
            <pc:docMk/>
            <pc:sldMk cId="714026699" sldId="256"/>
            <ac:grpSpMk id="25" creationId="{4252769E-B9F0-4068-A645-5BBEF16E9C28}"/>
          </ac:grpSpMkLst>
        </pc:grpChg>
        <pc:picChg chg="add del mod ord">
          <ac:chgData name="Abs24 ZetJ" userId="c357789f-51ee-4d77-b637-f45a667dcab7" providerId="ADAL" clId="{DC2D5F78-5655-4DC3-BC58-6E29A51BF770}" dt="2021-11-25T17:12:29.563" v="2946" actId="478"/>
          <ac:picMkLst>
            <pc:docMk/>
            <pc:sldMk cId="714026699" sldId="256"/>
            <ac:picMk id="5" creationId="{E4AA540C-0664-4A60-B4FF-081B7DE6A368}"/>
          </ac:picMkLst>
        </pc:picChg>
      </pc:sldChg>
      <pc:sldChg chg="addSp delSp modSp new del mod modTransition setBg delDesignElem modShow chgLayout">
        <pc:chgData name="Abs24 ZetJ" userId="c357789f-51ee-4d77-b637-f45a667dcab7" providerId="ADAL" clId="{DC2D5F78-5655-4DC3-BC58-6E29A51BF770}" dt="2021-11-25T17:13:10.041" v="2963" actId="2696"/>
        <pc:sldMkLst>
          <pc:docMk/>
          <pc:sldMk cId="2231303949" sldId="257"/>
        </pc:sldMkLst>
        <pc:spChg chg="mod ord">
          <ac:chgData name="Abs24 ZetJ" userId="c357789f-51ee-4d77-b637-f45a667dcab7" providerId="ADAL" clId="{DC2D5F78-5655-4DC3-BC58-6E29A51BF770}" dt="2021-11-25T17:12:59.854" v="2962" actId="6264"/>
          <ac:spMkLst>
            <pc:docMk/>
            <pc:sldMk cId="2231303949" sldId="257"/>
            <ac:spMk id="2" creationId="{BF315FE6-9276-46DC-A8BB-71FA9AE48E16}"/>
          </ac:spMkLst>
        </pc:spChg>
        <pc:spChg chg="mod ord">
          <ac:chgData name="Abs24 ZetJ" userId="c357789f-51ee-4d77-b637-f45a667dcab7" providerId="ADAL" clId="{DC2D5F78-5655-4DC3-BC58-6E29A51BF770}" dt="2021-11-25T17:12:59.854" v="2962" actId="6264"/>
          <ac:spMkLst>
            <pc:docMk/>
            <pc:sldMk cId="2231303949" sldId="257"/>
            <ac:spMk id="3" creationId="{2C7F4FF2-12C5-4BE2-B28D-C741ED1148AD}"/>
          </ac:spMkLst>
        </pc:spChg>
        <pc:spChg chg="add del mod">
          <ac:chgData name="Abs24 ZetJ" userId="c357789f-51ee-4d77-b637-f45a667dcab7" providerId="ADAL" clId="{DC2D5F78-5655-4DC3-BC58-6E29A51BF770}" dt="2021-11-25T17:12:59.854" v="2962" actId="6264"/>
          <ac:spMkLst>
            <pc:docMk/>
            <pc:sldMk cId="2231303949" sldId="257"/>
            <ac:spMk id="4" creationId="{CB31BA69-1CC5-49DE-8DAF-09D6BD882DFC}"/>
          </ac:spMkLst>
        </pc:spChg>
        <pc:spChg chg="add del mod">
          <ac:chgData name="Abs24 ZetJ" userId="c357789f-51ee-4d77-b637-f45a667dcab7" providerId="ADAL" clId="{DC2D5F78-5655-4DC3-BC58-6E29A51BF770}" dt="2021-11-25T17:12:59.854" v="2962" actId="6264"/>
          <ac:spMkLst>
            <pc:docMk/>
            <pc:sldMk cId="2231303949" sldId="257"/>
            <ac:spMk id="6" creationId="{728227A3-25DB-4C7C-A52B-CC416FD5856F}"/>
          </ac:spMkLst>
        </pc:spChg>
        <pc:spChg chg="add del">
          <ac:chgData name="Abs24 ZetJ" userId="c357789f-51ee-4d77-b637-f45a667dcab7" providerId="ADAL" clId="{DC2D5F78-5655-4DC3-BC58-6E29A51BF770}" dt="2021-11-23T16:22:08.923" v="2028" actId="26606"/>
          <ac:spMkLst>
            <pc:docMk/>
            <pc:sldMk cId="2231303949" sldId="257"/>
            <ac:spMk id="10" creationId="{5396781C-32A1-4FDA-A83B-A7FF8C1B1E99}"/>
          </ac:spMkLst>
        </pc:spChg>
        <pc:spChg chg="add del">
          <ac:chgData name="Abs24 ZetJ" userId="c357789f-51ee-4d77-b637-f45a667dcab7" providerId="ADAL" clId="{DC2D5F78-5655-4DC3-BC58-6E29A51BF770}" dt="2021-11-23T16:22:08.917" v="2027" actId="26606"/>
          <ac:spMkLst>
            <pc:docMk/>
            <pc:sldMk cId="2231303949" sldId="257"/>
            <ac:spMk id="19" creationId="{F13C74B1-5B17-4795-BED0-7140497B445A}"/>
          </ac:spMkLst>
        </pc:spChg>
        <pc:spChg chg="add del">
          <ac:chgData name="Abs24 ZetJ" userId="c357789f-51ee-4d77-b637-f45a667dcab7" providerId="ADAL" clId="{DC2D5F78-5655-4DC3-BC58-6E29A51BF770}" dt="2021-11-23T16:22:08.917" v="2027" actId="26606"/>
          <ac:spMkLst>
            <pc:docMk/>
            <pc:sldMk cId="2231303949" sldId="257"/>
            <ac:spMk id="21" creationId="{D4974D33-8DC5-464E-8C6D-BE58F0669C17}"/>
          </ac:spMkLst>
        </pc:spChg>
        <pc:grpChg chg="add del">
          <ac:chgData name="Abs24 ZetJ" userId="c357789f-51ee-4d77-b637-f45a667dcab7" providerId="ADAL" clId="{DC2D5F78-5655-4DC3-BC58-6E29A51BF770}" dt="2021-11-23T16:22:08.923" v="2028" actId="26606"/>
          <ac:grpSpMkLst>
            <pc:docMk/>
            <pc:sldMk cId="2231303949" sldId="257"/>
            <ac:grpSpMk id="12" creationId="{54A1C8FD-E5B7-4BEC-A74A-A55FB8EA7CFE}"/>
          </ac:grpSpMkLst>
        </pc:grpChg>
        <pc:picChg chg="add mod ord">
          <ac:chgData name="Abs24 ZetJ" userId="c357789f-51ee-4d77-b637-f45a667dcab7" providerId="ADAL" clId="{DC2D5F78-5655-4DC3-BC58-6E29A51BF770}" dt="2021-11-23T16:22:08.923" v="2028" actId="26606"/>
          <ac:picMkLst>
            <pc:docMk/>
            <pc:sldMk cId="2231303949" sldId="257"/>
            <ac:picMk id="5" creationId="{B3E8743C-5C55-4D54-8689-A89BFD4B504C}"/>
          </ac:picMkLst>
        </pc:picChg>
        <pc:cxnChg chg="add del">
          <ac:chgData name="Abs24 ZetJ" userId="c357789f-51ee-4d77-b637-f45a667dcab7" providerId="ADAL" clId="{DC2D5F78-5655-4DC3-BC58-6E29A51BF770}" dt="2021-11-25T17:12:59.854" v="2962" actId="6264"/>
          <ac:cxnSpMkLst>
            <pc:docMk/>
            <pc:sldMk cId="2231303949" sldId="257"/>
            <ac:cxnSpMk id="23" creationId="{A7F400EE-A8A5-48AF-B4D6-291B52C6F0B0}"/>
          </ac:cxnSpMkLst>
        </pc:cxnChg>
      </pc:sldChg>
      <pc:sldChg chg="addSp delSp modSp new mod modTransition setBg setClrOvrMap">
        <pc:chgData name="Abs24 ZetJ" userId="c357789f-51ee-4d77-b637-f45a667dcab7" providerId="ADAL" clId="{DC2D5F78-5655-4DC3-BC58-6E29A51BF770}" dt="2021-11-25T18:30:17.861" v="3307" actId="6549"/>
        <pc:sldMkLst>
          <pc:docMk/>
          <pc:sldMk cId="3875491487" sldId="258"/>
        </pc:sldMkLst>
        <pc:spChg chg="mod">
          <ac:chgData name="Abs24 ZetJ" userId="c357789f-51ee-4d77-b637-f45a667dcab7" providerId="ADAL" clId="{DC2D5F78-5655-4DC3-BC58-6E29A51BF770}" dt="2021-11-23T16:38:04.632" v="2115" actId="1076"/>
          <ac:spMkLst>
            <pc:docMk/>
            <pc:sldMk cId="3875491487" sldId="258"/>
            <ac:spMk id="2" creationId="{E54C60E7-1D7E-4850-9889-407DFD608B5B}"/>
          </ac:spMkLst>
        </pc:spChg>
        <pc:spChg chg="add del mod">
          <ac:chgData name="Abs24 ZetJ" userId="c357789f-51ee-4d77-b637-f45a667dcab7" providerId="ADAL" clId="{DC2D5F78-5655-4DC3-BC58-6E29A51BF770}" dt="2021-11-21T20:42:33.708" v="1451" actId="26606"/>
          <ac:spMkLst>
            <pc:docMk/>
            <pc:sldMk cId="3875491487" sldId="258"/>
            <ac:spMk id="3" creationId="{B4F1E6CE-4EF8-4235-B559-FBE11DFA005C}"/>
          </ac:spMkLst>
        </pc:spChg>
        <pc:spChg chg="add del">
          <ac:chgData name="Abs24 ZetJ" userId="c357789f-51ee-4d77-b637-f45a667dcab7" providerId="ADAL" clId="{DC2D5F78-5655-4DC3-BC58-6E29A51BF770}" dt="2021-11-21T20:42:23.759" v="1444" actId="26606"/>
          <ac:spMkLst>
            <pc:docMk/>
            <pc:sldMk cId="3875491487" sldId="258"/>
            <ac:spMk id="8" creationId="{B95B9BA8-1D69-4796-85F5-B6D0BD52354B}"/>
          </ac:spMkLst>
        </pc:spChg>
        <pc:spChg chg="add del">
          <ac:chgData name="Abs24 ZetJ" userId="c357789f-51ee-4d77-b637-f45a667dcab7" providerId="ADAL" clId="{DC2D5F78-5655-4DC3-BC58-6E29A51BF770}" dt="2021-11-21T20:42:32.773" v="1448" actId="26606"/>
          <ac:spMkLst>
            <pc:docMk/>
            <pc:sldMk cId="3875491487" sldId="258"/>
            <ac:spMk id="9" creationId="{5396781C-32A1-4FDA-A83B-A7FF8C1B1E99}"/>
          </ac:spMkLst>
        </pc:spChg>
        <pc:spChg chg="add del">
          <ac:chgData name="Abs24 ZetJ" userId="c357789f-51ee-4d77-b637-f45a667dcab7" providerId="ADAL" clId="{DC2D5F78-5655-4DC3-BC58-6E29A51BF770}" dt="2021-11-21T20:42:29.405" v="1446" actId="26606"/>
          <ac:spMkLst>
            <pc:docMk/>
            <pc:sldMk cId="3875491487" sldId="258"/>
            <ac:spMk id="22" creationId="{C5E6CFF1-2F42-4E10-9A97-F116F46F53FE}"/>
          </ac:spMkLst>
        </pc:spChg>
        <pc:spChg chg="add del">
          <ac:chgData name="Abs24 ZetJ" userId="c357789f-51ee-4d77-b637-f45a667dcab7" providerId="ADAL" clId="{DC2D5F78-5655-4DC3-BC58-6E29A51BF770}" dt="2021-11-21T20:42:32.773" v="1448" actId="26606"/>
          <ac:spMkLst>
            <pc:docMk/>
            <pc:sldMk cId="3875491487" sldId="258"/>
            <ac:spMk id="26" creationId="{B4F1E6CE-4EF8-4235-B559-FBE11DFA005C}"/>
          </ac:spMkLst>
        </pc:spChg>
        <pc:spChg chg="add del">
          <ac:chgData name="Abs24 ZetJ" userId="c357789f-51ee-4d77-b637-f45a667dcab7" providerId="ADAL" clId="{DC2D5F78-5655-4DC3-BC58-6E29A51BF770}" dt="2021-11-21T20:42:33.645" v="1450" actId="26606"/>
          <ac:spMkLst>
            <pc:docMk/>
            <pc:sldMk cId="3875491487" sldId="258"/>
            <ac:spMk id="28" creationId="{5396781C-32A1-4FDA-A83B-A7FF8C1B1E99}"/>
          </ac:spMkLst>
        </pc:spChg>
        <pc:spChg chg="add del">
          <ac:chgData name="Abs24 ZetJ" userId="c357789f-51ee-4d77-b637-f45a667dcab7" providerId="ADAL" clId="{DC2D5F78-5655-4DC3-BC58-6E29A51BF770}" dt="2021-11-21T20:42:33.645" v="1450" actId="26606"/>
          <ac:spMkLst>
            <pc:docMk/>
            <pc:sldMk cId="3875491487" sldId="258"/>
            <ac:spMk id="33" creationId="{B4F1E6CE-4EF8-4235-B559-FBE11DFA005C}"/>
          </ac:spMkLst>
        </pc:spChg>
        <pc:spChg chg="add del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35" creationId="{B95B9BA8-1D69-4796-85F5-B6D0BD52354B}"/>
          </ac:spMkLst>
        </pc:spChg>
        <pc:spChg chg="add mod">
          <ac:chgData name="Abs24 ZetJ" userId="c357789f-51ee-4d77-b637-f45a667dcab7" providerId="ADAL" clId="{DC2D5F78-5655-4DC3-BC58-6E29A51BF770}" dt="2021-11-25T18:30:17.861" v="3307" actId="6549"/>
          <ac:spMkLst>
            <pc:docMk/>
            <pc:sldMk cId="3875491487" sldId="258"/>
            <ac:spMk id="39" creationId="{B4F1E6CE-4EF8-4235-B559-FBE11DFA005C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44" creationId="{E92FEB64-6EEA-4759-B4A4-BD2C1E660BA8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46" creationId="{B10BB131-AC8E-4A8E-A5D1-36260F720C3B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48" creationId="{14847E93-7DC1-4D4B-8829-B19AA7137C50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50" creationId="{5566D6E1-03A1-4D73-A4E0-35D74D568A04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52" creationId="{9F835A99-04AC-494A-A572-AFE8413CC938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54" creationId="{7B786209-1B0B-4CA9-9BDD-F7327066A84D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56" creationId="{2D2964BB-484D-45AE-AD66-D407D0629652}"/>
          </ac:spMkLst>
        </pc:spChg>
        <pc:spChg chg="add">
          <ac:chgData name="Abs24 ZetJ" userId="c357789f-51ee-4d77-b637-f45a667dcab7" providerId="ADAL" clId="{DC2D5F78-5655-4DC3-BC58-6E29A51BF770}" dt="2021-11-23T16:38:00.720" v="2114" actId="26606"/>
          <ac:spMkLst>
            <pc:docMk/>
            <pc:sldMk cId="3875491487" sldId="258"/>
            <ac:spMk id="58" creationId="{6691AC69-A76E-4DAB-B565-468B6B87ACF3}"/>
          </ac:spMkLst>
        </pc:spChg>
        <pc:grpChg chg="add del">
          <ac:chgData name="Abs24 ZetJ" userId="c357789f-51ee-4d77-b637-f45a667dcab7" providerId="ADAL" clId="{DC2D5F78-5655-4DC3-BC58-6E29A51BF770}" dt="2021-11-21T20:42:23.759" v="1444" actId="26606"/>
          <ac:grpSpMkLst>
            <pc:docMk/>
            <pc:sldMk cId="3875491487" sldId="258"/>
            <ac:grpSpMk id="10" creationId="{5F892E19-92E7-4BB2-8C3F-DBDFE8D9D324}"/>
          </ac:grpSpMkLst>
        </pc:grpChg>
        <pc:grpChg chg="add del">
          <ac:chgData name="Abs24 ZetJ" userId="c357789f-51ee-4d77-b637-f45a667dcab7" providerId="ADAL" clId="{DC2D5F78-5655-4DC3-BC58-6E29A51BF770}" dt="2021-11-21T20:42:32.773" v="1448" actId="26606"/>
          <ac:grpSpMkLst>
            <pc:docMk/>
            <pc:sldMk cId="3875491487" sldId="258"/>
            <ac:grpSpMk id="11" creationId="{54A1C8FD-E5B7-4BEC-A74A-A55FB8EA7CFE}"/>
          </ac:grpSpMkLst>
        </pc:grpChg>
        <pc:grpChg chg="add del">
          <ac:chgData name="Abs24 ZetJ" userId="c357789f-51ee-4d77-b637-f45a667dcab7" providerId="ADAL" clId="{DC2D5F78-5655-4DC3-BC58-6E29A51BF770}" dt="2021-11-21T20:42:33.645" v="1450" actId="26606"/>
          <ac:grpSpMkLst>
            <pc:docMk/>
            <pc:sldMk cId="3875491487" sldId="258"/>
            <ac:grpSpMk id="30" creationId="{54A1C8FD-E5B7-4BEC-A74A-A55FB8EA7CFE}"/>
          </ac:grpSpMkLst>
        </pc:grpChg>
        <pc:grpChg chg="add del">
          <ac:chgData name="Abs24 ZetJ" userId="c357789f-51ee-4d77-b637-f45a667dcab7" providerId="ADAL" clId="{DC2D5F78-5655-4DC3-BC58-6E29A51BF770}" dt="2021-11-23T16:38:00.720" v="2114" actId="26606"/>
          <ac:grpSpMkLst>
            <pc:docMk/>
            <pc:sldMk cId="3875491487" sldId="258"/>
            <ac:grpSpMk id="36" creationId="{5F892E19-92E7-4BB2-8C3F-DBDFE8D9D324}"/>
          </ac:grpSpMkLst>
        </pc:grpChg>
        <pc:graphicFrameChg chg="add del">
          <ac:chgData name="Abs24 ZetJ" userId="c357789f-51ee-4d77-b637-f45a667dcab7" providerId="ADAL" clId="{DC2D5F78-5655-4DC3-BC58-6E29A51BF770}" dt="2021-11-21T20:42:29.405" v="1446" actId="26606"/>
          <ac:graphicFrameMkLst>
            <pc:docMk/>
            <pc:sldMk cId="3875491487" sldId="258"/>
            <ac:graphicFrameMk id="5" creationId="{C2FD0C50-6B49-4B9F-848C-7BB7AEB3FA22}"/>
          </ac:graphicFrameMkLst>
        </pc:graphicFrameChg>
        <pc:picChg chg="add del">
          <ac:chgData name="Abs24 ZetJ" userId="c357789f-51ee-4d77-b637-f45a667dcab7" providerId="ADAL" clId="{DC2D5F78-5655-4DC3-BC58-6E29A51BF770}" dt="2021-11-21T20:42:29.405" v="1446" actId="26606"/>
          <ac:picMkLst>
            <pc:docMk/>
            <pc:sldMk cId="3875491487" sldId="258"/>
            <ac:picMk id="6" creationId="{66165EB5-6541-4ED0-8819-542A141B5EC6}"/>
          </ac:picMkLst>
        </pc:picChg>
        <pc:picChg chg="add del">
          <ac:chgData name="Abs24 ZetJ" userId="c357789f-51ee-4d77-b637-f45a667dcab7" providerId="ADAL" clId="{DC2D5F78-5655-4DC3-BC58-6E29A51BF770}" dt="2021-11-21T20:42:32.773" v="1448" actId="26606"/>
          <ac:picMkLst>
            <pc:docMk/>
            <pc:sldMk cId="3875491487" sldId="258"/>
            <ac:picMk id="24" creationId="{3974EC4D-0D99-45C9-823B-D9BD3746DF92}"/>
          </ac:picMkLst>
        </pc:picChg>
        <pc:picChg chg="add del">
          <ac:chgData name="Abs24 ZetJ" userId="c357789f-51ee-4d77-b637-f45a667dcab7" providerId="ADAL" clId="{DC2D5F78-5655-4DC3-BC58-6E29A51BF770}" dt="2021-11-21T20:42:33.645" v="1450" actId="26606"/>
          <ac:picMkLst>
            <pc:docMk/>
            <pc:sldMk cId="3875491487" sldId="258"/>
            <ac:picMk id="29" creationId="{A19A145F-0E9D-47B3-9E38-2BA044B89717}"/>
          </ac:picMkLst>
        </pc:picChg>
        <pc:cxnChg chg="add del">
          <ac:chgData name="Abs24 ZetJ" userId="c357789f-51ee-4d77-b637-f45a667dcab7" providerId="ADAL" clId="{DC2D5F78-5655-4DC3-BC58-6E29A51BF770}" dt="2021-11-21T20:42:29.405" v="1446" actId="26606"/>
          <ac:cxnSpMkLst>
            <pc:docMk/>
            <pc:sldMk cId="3875491487" sldId="258"/>
            <ac:cxnSpMk id="12" creationId="{67182200-4859-4C8D-BCBB-55B245C28BA3}"/>
          </ac:cxnSpMkLst>
        </pc:cxnChg>
      </pc:sldChg>
      <pc:sldChg chg="addSp delSp modSp new mod modTransition setBg modAnim setClrOvrMap">
        <pc:chgData name="Abs24 ZetJ" userId="c357789f-51ee-4d77-b637-f45a667dcab7" providerId="ADAL" clId="{DC2D5F78-5655-4DC3-BC58-6E29A51BF770}" dt="2021-11-25T20:06:54.347" v="3375"/>
        <pc:sldMkLst>
          <pc:docMk/>
          <pc:sldMk cId="3258892284" sldId="259"/>
        </pc:sldMkLst>
        <pc:spChg chg="mo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2" creationId="{3317505C-1D24-4D42-AF37-B2FF93FD38D2}"/>
          </ac:spMkLst>
        </pc:spChg>
        <pc:spChg chg="mod">
          <ac:chgData name="Abs24 ZetJ" userId="c357789f-51ee-4d77-b637-f45a667dcab7" providerId="ADAL" clId="{DC2D5F78-5655-4DC3-BC58-6E29A51BF770}" dt="2021-11-25T18:34:24.157" v="3325" actId="1076"/>
          <ac:spMkLst>
            <pc:docMk/>
            <pc:sldMk cId="3258892284" sldId="259"/>
            <ac:spMk id="3" creationId="{42031FB5-F979-4F24-8976-BC9A1CD19E5B}"/>
          </ac:spMkLst>
        </pc:spChg>
        <pc:spChg chg="add del">
          <ac:chgData name="Abs24 ZetJ" userId="c357789f-51ee-4d77-b637-f45a667dcab7" providerId="ADAL" clId="{DC2D5F78-5655-4DC3-BC58-6E29A51BF770}" dt="2021-11-23T16:23:24.657" v="2029" actId="26606"/>
          <ac:spMkLst>
            <pc:docMk/>
            <pc:sldMk cId="3258892284" sldId="259"/>
            <ac:spMk id="8" creationId="{B95B9BA8-1D69-4796-85F5-B6D0BD52354B}"/>
          </ac:spMkLst>
        </pc:spChg>
        <pc:spChg chg="add del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25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27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29" creationId="{081E4A58-353D-44AE-B2FC-2A74E2E400F7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34" creationId="{E92FEB64-6EEA-4759-B4A4-BD2C1E660BA8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36" creationId="{B10BB131-AC8E-4A8E-A5D1-36260F720C3B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38" creationId="{14847E93-7DC1-4D4B-8829-B19AA7137C50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40" creationId="{5566D6E1-03A1-4D73-A4E0-35D74D568A04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42" creationId="{9F835A99-04AC-494A-A572-AFE8413CC938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44" creationId="{7B786209-1B0B-4CA9-9BDD-F7327066A84D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46" creationId="{2D2964BB-484D-45AE-AD66-D407D0629652}"/>
          </ac:spMkLst>
        </pc:spChg>
        <pc:spChg chg="add">
          <ac:chgData name="Abs24 ZetJ" userId="c357789f-51ee-4d77-b637-f45a667dcab7" providerId="ADAL" clId="{DC2D5F78-5655-4DC3-BC58-6E29A51BF770}" dt="2021-11-23T16:24:23.433" v="2035" actId="26606"/>
          <ac:spMkLst>
            <pc:docMk/>
            <pc:sldMk cId="3258892284" sldId="259"/>
            <ac:spMk id="48" creationId="{6691AC69-A76E-4DAB-B565-468B6B87ACF3}"/>
          </ac:spMkLst>
        </pc:spChg>
        <pc:grpChg chg="add del">
          <ac:chgData name="Abs24 ZetJ" userId="c357789f-51ee-4d77-b637-f45a667dcab7" providerId="ADAL" clId="{DC2D5F78-5655-4DC3-BC58-6E29A51BF770}" dt="2021-11-23T16:23:24.657" v="2029" actId="26606"/>
          <ac:grpSpMkLst>
            <pc:docMk/>
            <pc:sldMk cId="3258892284" sldId="259"/>
            <ac:grpSpMk id="10" creationId="{5F892E19-92E7-4BB2-8C3F-DBDFE8D9D324}"/>
          </ac:grpSpMkLst>
        </pc:grpChg>
        <pc:picChg chg="add mod">
          <ac:chgData name="Abs24 ZetJ" userId="c357789f-51ee-4d77-b637-f45a667dcab7" providerId="ADAL" clId="{DC2D5F78-5655-4DC3-BC58-6E29A51BF770}" dt="2021-11-25T18:34:35.455" v="3326" actId="1076"/>
          <ac:picMkLst>
            <pc:docMk/>
            <pc:sldMk cId="3258892284" sldId="259"/>
            <ac:picMk id="5" creationId="{0743E720-37C2-48B0-B36A-7E625E287F46}"/>
          </ac:picMkLst>
        </pc:picChg>
      </pc:sldChg>
      <pc:sldChg chg="addSp delSp modSp new mod modTransition setBg modAnim">
        <pc:chgData name="Abs24 ZetJ" userId="c357789f-51ee-4d77-b637-f45a667dcab7" providerId="ADAL" clId="{DC2D5F78-5655-4DC3-BC58-6E29A51BF770}" dt="2021-11-24T16:13:29.685" v="2262"/>
        <pc:sldMkLst>
          <pc:docMk/>
          <pc:sldMk cId="2401186870" sldId="260"/>
        </pc:sldMkLst>
        <pc:spChg chg="mo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2" creationId="{BE5FE805-9A13-4065-8F79-FDC6170689C9}"/>
          </ac:spMkLst>
        </pc:spChg>
        <pc:spChg chg="mo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3" creationId="{B5EFDB52-4001-4161-9FE9-DFBFA64FC1D2}"/>
          </ac:spMkLst>
        </pc:spChg>
        <pc:spChg chg="add del mod">
          <ac:chgData name="Abs24 ZetJ" userId="c357789f-51ee-4d77-b637-f45a667dcab7" providerId="ADAL" clId="{DC2D5F78-5655-4DC3-BC58-6E29A51BF770}" dt="2021-11-21T20:06:39.829" v="1080"/>
          <ac:spMkLst>
            <pc:docMk/>
            <pc:sldMk cId="2401186870" sldId="260"/>
            <ac:spMk id="4" creationId="{A2906011-02AF-4252-AF3E-AE0198042CEA}"/>
          </ac:spMkLst>
        </pc:spChg>
        <pc:spChg chg="add del mod">
          <ac:chgData name="Abs24 ZetJ" userId="c357789f-51ee-4d77-b637-f45a667dcab7" providerId="ADAL" clId="{DC2D5F78-5655-4DC3-BC58-6E29A51BF770}" dt="2021-11-23T16:32:52.057" v="2100" actId="21"/>
          <ac:spMkLst>
            <pc:docMk/>
            <pc:sldMk cId="2401186870" sldId="260"/>
            <ac:spMk id="5" creationId="{FCE482F9-B689-4B9A-9711-16A8BAB1296C}"/>
          </ac:spMkLst>
        </pc:spChg>
        <pc:spChg chg="add del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8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10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12" creationId="{081E4A58-353D-44AE-B2FC-2A74E2E400F7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18" creationId="{6A84B152-3496-4C52-AF08-97AFFC09DD2C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20" creationId="{6B2ADB95-0FA3-4BD7-A8AC-89D014A83E5B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22" creationId="{C924DBCE-E731-4B22-8181-A39C1D86276C}"/>
          </ac:spMkLst>
        </pc:spChg>
        <pc:spChg chg="add mod">
          <ac:chgData name="Abs24 ZetJ" userId="c357789f-51ee-4d77-b637-f45a667dcab7" providerId="ADAL" clId="{DC2D5F78-5655-4DC3-BC58-6E29A51BF770}" dt="2021-11-23T16:37:24.411" v="2113" actId="1076"/>
          <ac:spMkLst>
            <pc:docMk/>
            <pc:sldMk cId="2401186870" sldId="260"/>
            <ac:spMk id="23" creationId="{D1A745F5-2E18-4583-BA26-5084AAB0CED1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24" creationId="{4CBF9756-6AC8-4C65-84DF-56FBFFA1D873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26" creationId="{2D385988-EAAF-4C27-AF8A-2BFBECAF3D4F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30" creationId="{B621D332-7329-4994-8836-C429A51B7549}"/>
          </ac:spMkLst>
        </pc:spChg>
        <pc:spChg chg="add">
          <ac:chgData name="Abs24 ZetJ" userId="c357789f-51ee-4d77-b637-f45a667dcab7" providerId="ADAL" clId="{DC2D5F78-5655-4DC3-BC58-6E29A51BF770}" dt="2021-11-23T16:36:44.383" v="2111" actId="26606"/>
          <ac:spMkLst>
            <pc:docMk/>
            <pc:sldMk cId="2401186870" sldId="260"/>
            <ac:spMk id="32" creationId="{2D20F754-35A9-4508-BE3C-C59996D1437B}"/>
          </ac:spMkLst>
        </pc:spChg>
        <pc:picChg chg="add del mod">
          <ac:chgData name="Abs24 ZetJ" userId="c357789f-51ee-4d77-b637-f45a667dcab7" providerId="ADAL" clId="{DC2D5F78-5655-4DC3-BC58-6E29A51BF770}" dt="2021-11-23T16:29:38.869" v="2078" actId="478"/>
          <ac:picMkLst>
            <pc:docMk/>
            <pc:sldMk cId="2401186870" sldId="260"/>
            <ac:picMk id="7" creationId="{7C34135E-BA1A-43BE-95F1-B32AF22480ED}"/>
          </ac:picMkLst>
        </pc:picChg>
        <pc:picChg chg="add del mod">
          <ac:chgData name="Abs24 ZetJ" userId="c357789f-51ee-4d77-b637-f45a667dcab7" providerId="ADAL" clId="{DC2D5F78-5655-4DC3-BC58-6E29A51BF770}" dt="2021-11-23T16:30:17.875" v="2083" actId="478"/>
          <ac:picMkLst>
            <pc:docMk/>
            <pc:sldMk cId="2401186870" sldId="260"/>
            <ac:picMk id="9" creationId="{A7261065-E6F3-4E5F-AEC3-96746A1124C8}"/>
          </ac:picMkLst>
        </pc:picChg>
        <pc:picChg chg="add mod">
          <ac:chgData name="Abs24 ZetJ" userId="c357789f-51ee-4d77-b637-f45a667dcab7" providerId="ADAL" clId="{DC2D5F78-5655-4DC3-BC58-6E29A51BF770}" dt="2021-11-23T16:36:44.383" v="2111" actId="26606"/>
          <ac:picMkLst>
            <pc:docMk/>
            <pc:sldMk cId="2401186870" sldId="260"/>
            <ac:picMk id="13" creationId="{73EF7FAE-C417-458E-ACD8-1C1C5AAC4331}"/>
          </ac:picMkLst>
        </pc:picChg>
        <pc:cxnChg chg="add">
          <ac:chgData name="Abs24 ZetJ" userId="c357789f-51ee-4d77-b637-f45a667dcab7" providerId="ADAL" clId="{DC2D5F78-5655-4DC3-BC58-6E29A51BF770}" dt="2021-11-23T16:36:44.383" v="2111" actId="26606"/>
          <ac:cxnSpMkLst>
            <pc:docMk/>
            <pc:sldMk cId="2401186870" sldId="260"/>
            <ac:cxnSpMk id="28" creationId="{43621FD4-D14D-45D5-9A57-9A2DE5EA59C0}"/>
          </ac:cxnSpMkLst>
        </pc:cxnChg>
      </pc:sldChg>
      <pc:sldChg chg="addSp delSp modSp new mod modTransition setBg modAnim">
        <pc:chgData name="Abs24 ZetJ" userId="c357789f-51ee-4d77-b637-f45a667dcab7" providerId="ADAL" clId="{DC2D5F78-5655-4DC3-BC58-6E29A51BF770}" dt="2021-11-23T16:42:58.048" v="2129"/>
        <pc:sldMkLst>
          <pc:docMk/>
          <pc:sldMk cId="3202071464" sldId="261"/>
        </pc:sldMkLst>
        <pc:spChg chg="mod ord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2" creationId="{DFEAAFB4-CBB1-4446-98AF-BF05FBC00334}"/>
          </ac:spMkLst>
        </pc:spChg>
        <pc:spChg chg="mod ord">
          <ac:chgData name="Abs24 ZetJ" userId="c357789f-51ee-4d77-b637-f45a667dcab7" providerId="ADAL" clId="{DC2D5F78-5655-4DC3-BC58-6E29A51BF770}" dt="2021-11-23T16:28:05.703" v="2071" actId="115"/>
          <ac:spMkLst>
            <pc:docMk/>
            <pc:sldMk cId="3202071464" sldId="261"/>
            <ac:spMk id="3" creationId="{48B1F7B9-CA2C-4B80-93FA-5F5DECE00F89}"/>
          </ac:spMkLst>
        </pc:spChg>
        <pc:spChg chg="add del">
          <ac:chgData name="Abs24 ZetJ" userId="c357789f-51ee-4d77-b637-f45a667dcab7" providerId="ADAL" clId="{DC2D5F78-5655-4DC3-BC58-6E29A51BF770}" dt="2021-11-21T20:36:44.448" v="1435" actId="26606"/>
          <ac:spMkLst>
            <pc:docMk/>
            <pc:sldMk cId="3202071464" sldId="261"/>
            <ac:spMk id="7" creationId="{5396781C-32A1-4FDA-A83B-A7FF8C1B1E99}"/>
          </ac:spMkLst>
        </pc:spChg>
        <pc:spChg chg="add del">
          <ac:chgData name="Abs24 ZetJ" userId="c357789f-51ee-4d77-b637-f45a667dcab7" providerId="ADAL" clId="{DC2D5F78-5655-4DC3-BC58-6E29A51BF770}" dt="2021-11-21T20:36:20.549" v="1432" actId="26606"/>
          <ac:spMkLst>
            <pc:docMk/>
            <pc:sldMk cId="3202071464" sldId="261"/>
            <ac:spMk id="10" creationId="{325166D1-1B21-4128-AC42-61745528E4D6}"/>
          </ac:spMkLst>
        </pc:spChg>
        <pc:spChg chg="add del">
          <ac:chgData name="Abs24 ZetJ" userId="c357789f-51ee-4d77-b637-f45a667dcab7" providerId="ADAL" clId="{DC2D5F78-5655-4DC3-BC58-6E29A51BF770}" dt="2021-11-21T20:36:46.302" v="1437" actId="26606"/>
          <ac:spMkLst>
            <pc:docMk/>
            <pc:sldMk cId="3202071464" sldId="261"/>
            <ac:spMk id="16" creationId="{325166D1-1B21-4128-AC42-61745528E4D6}"/>
          </ac:spMkLst>
        </pc:spChg>
        <pc:spChg chg="add del">
          <ac:chgData name="Abs24 ZetJ" userId="c357789f-51ee-4d77-b637-f45a667dcab7" providerId="ADAL" clId="{DC2D5F78-5655-4DC3-BC58-6E29A51BF770}" dt="2021-11-21T20:36:18.264" v="1429" actId="26606"/>
          <ac:spMkLst>
            <pc:docMk/>
            <pc:sldMk cId="3202071464" sldId="261"/>
            <ac:spMk id="19" creationId="{325166D1-1B21-4128-AC42-61745528E4D6}"/>
          </ac:spMkLst>
        </pc:spChg>
        <pc:spChg chg="add del">
          <ac:chgData name="Abs24 ZetJ" userId="c357789f-51ee-4d77-b637-f45a667dcab7" providerId="ADAL" clId="{DC2D5F78-5655-4DC3-BC58-6E29A51BF770}" dt="2021-11-23T16:23:41.221" v="2031" actId="26606"/>
          <ac:spMkLst>
            <pc:docMk/>
            <pc:sldMk cId="3202071464" sldId="261"/>
            <ac:spMk id="22" creationId="{5396781C-32A1-4FDA-A83B-A7FF8C1B1E99}"/>
          </ac:spMkLst>
        </pc:spChg>
        <pc:spChg chg="add mod">
          <ac:chgData name="Abs24 ZetJ" userId="c357789f-51ee-4d77-b637-f45a667dcab7" providerId="ADAL" clId="{DC2D5F78-5655-4DC3-BC58-6E29A51BF770}" dt="2021-11-23T16:39:00.362" v="2121" actId="20577"/>
          <ac:spMkLst>
            <pc:docMk/>
            <pc:sldMk cId="3202071464" sldId="261"/>
            <ac:spMk id="25" creationId="{A7725ADE-C8CF-4ED7-A927-1EF9EEB3E3B1}"/>
          </ac:spMkLst>
        </pc:spChg>
        <pc:spChg chg="add del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28" creationId="{460B0EFB-53ED-4F35-B05D-F658EA021C65}"/>
          </ac:spMkLst>
        </pc:spChg>
        <pc:spChg chg="add del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30" creationId="{835EF3DD-7D43-4A27-8967-A92FD8CC9365}"/>
          </ac:spMkLst>
        </pc:spChg>
        <pc:spChg chg="add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35" creationId="{2EB492CD-616E-47F8-933B-5E2D952A0593}"/>
          </ac:spMkLst>
        </pc:spChg>
        <pc:spChg chg="add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37" creationId="{59383CF9-23B5-4335-9B21-1791C4CF1C75}"/>
          </ac:spMkLst>
        </pc:spChg>
        <pc:spChg chg="add">
          <ac:chgData name="Abs24 ZetJ" userId="c357789f-51ee-4d77-b637-f45a667dcab7" providerId="ADAL" clId="{DC2D5F78-5655-4DC3-BC58-6E29A51BF770}" dt="2021-11-23T16:23:52.605" v="2033" actId="26606"/>
          <ac:spMkLst>
            <pc:docMk/>
            <pc:sldMk cId="3202071464" sldId="261"/>
            <ac:spMk id="39" creationId="{0007FE00-9498-4706-B255-6437B0252C02}"/>
          </ac:spMkLst>
        </pc:spChg>
        <pc:grpChg chg="add del">
          <ac:chgData name="Abs24 ZetJ" userId="c357789f-51ee-4d77-b637-f45a667dcab7" providerId="ADAL" clId="{DC2D5F78-5655-4DC3-BC58-6E29A51BF770}" dt="2021-11-21T20:36:44.448" v="1435" actId="26606"/>
          <ac:grpSpMkLst>
            <pc:docMk/>
            <pc:sldMk cId="3202071464" sldId="261"/>
            <ac:grpSpMk id="8" creationId="{54A1C8FD-E5B7-4BEC-A74A-A55FB8EA7CFE}"/>
          </ac:grpSpMkLst>
        </pc:grpChg>
        <pc:grpChg chg="add del">
          <ac:chgData name="Abs24 ZetJ" userId="c357789f-51ee-4d77-b637-f45a667dcab7" providerId="ADAL" clId="{DC2D5F78-5655-4DC3-BC58-6E29A51BF770}" dt="2021-11-21T20:36:20.549" v="1432" actId="26606"/>
          <ac:grpSpMkLst>
            <pc:docMk/>
            <pc:sldMk cId="3202071464" sldId="261"/>
            <ac:grpSpMk id="12" creationId="{E6517BAC-C80F-4065-90D8-703493E0B353}"/>
          </ac:grpSpMkLst>
        </pc:grpChg>
        <pc:grpChg chg="add del">
          <ac:chgData name="Abs24 ZetJ" userId="c357789f-51ee-4d77-b637-f45a667dcab7" providerId="ADAL" clId="{DC2D5F78-5655-4DC3-BC58-6E29A51BF770}" dt="2021-11-21T20:36:46.302" v="1437" actId="26606"/>
          <ac:grpSpMkLst>
            <pc:docMk/>
            <pc:sldMk cId="3202071464" sldId="261"/>
            <ac:grpSpMk id="17" creationId="{E6517BAC-C80F-4065-90D8-703493E0B353}"/>
          </ac:grpSpMkLst>
        </pc:grpChg>
        <pc:grpChg chg="add del">
          <ac:chgData name="Abs24 ZetJ" userId="c357789f-51ee-4d77-b637-f45a667dcab7" providerId="ADAL" clId="{DC2D5F78-5655-4DC3-BC58-6E29A51BF770}" dt="2021-11-21T20:36:18.264" v="1429" actId="26606"/>
          <ac:grpSpMkLst>
            <pc:docMk/>
            <pc:sldMk cId="3202071464" sldId="261"/>
            <ac:grpSpMk id="21" creationId="{E6517BAC-C80F-4065-90D8-703493E0B353}"/>
          </ac:grpSpMkLst>
        </pc:grpChg>
        <pc:grpChg chg="add del">
          <ac:chgData name="Abs24 ZetJ" userId="c357789f-51ee-4d77-b637-f45a667dcab7" providerId="ADAL" clId="{DC2D5F78-5655-4DC3-BC58-6E29A51BF770}" dt="2021-11-23T16:23:41.221" v="2031" actId="26606"/>
          <ac:grpSpMkLst>
            <pc:docMk/>
            <pc:sldMk cId="3202071464" sldId="261"/>
            <ac:grpSpMk id="23" creationId="{54A1C8FD-E5B7-4BEC-A74A-A55FB8EA7CFE}"/>
          </ac:grpSpMkLst>
        </pc:grpChg>
        <pc:picChg chg="add mod ord modCrop">
          <ac:chgData name="Abs24 ZetJ" userId="c357789f-51ee-4d77-b637-f45a667dcab7" providerId="ADAL" clId="{DC2D5F78-5655-4DC3-BC58-6E29A51BF770}" dt="2021-11-23T16:23:52.605" v="2033" actId="26606"/>
          <ac:picMkLst>
            <pc:docMk/>
            <pc:sldMk cId="3202071464" sldId="261"/>
            <ac:picMk id="5" creationId="{45C8D277-6989-4491-9C51-16E5A0112965}"/>
          </ac:picMkLst>
        </pc:picChg>
      </pc:sldChg>
      <pc:sldChg chg="addSp delSp modSp new mod modTransition setBg modAnim">
        <pc:chgData name="Abs24 ZetJ" userId="c357789f-51ee-4d77-b637-f45a667dcab7" providerId="ADAL" clId="{DC2D5F78-5655-4DC3-BC58-6E29A51BF770}" dt="2021-11-25T18:37:00.402" v="3374"/>
        <pc:sldMkLst>
          <pc:docMk/>
          <pc:sldMk cId="2866766052" sldId="262"/>
        </pc:sldMkLst>
        <pc:spChg chg="mo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" creationId="{25E0362E-950F-4A5D-86C5-763A0A456716}"/>
          </ac:spMkLst>
        </pc:spChg>
        <pc:spChg chg="mod">
          <ac:chgData name="Abs24 ZetJ" userId="c357789f-51ee-4d77-b637-f45a667dcab7" providerId="ADAL" clId="{DC2D5F78-5655-4DC3-BC58-6E29A51BF770}" dt="2021-11-25T18:24:33.380" v="3270" actId="1076"/>
          <ac:spMkLst>
            <pc:docMk/>
            <pc:sldMk cId="2866766052" sldId="262"/>
            <ac:spMk id="3" creationId="{FC917195-DF03-4610-8932-393B642D116C}"/>
          </ac:spMkLst>
        </pc:spChg>
        <pc:spChg chg="add del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8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10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12" creationId="{081E4A58-353D-44AE-B2FC-2A74E2E400F7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17" creationId="{E92FEB64-6EEA-4759-B4A4-BD2C1E660BA8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19" creationId="{B10BB131-AC8E-4A8E-A5D1-36260F720C3B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1" creationId="{14847E93-7DC1-4D4B-8829-B19AA7137C50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3" creationId="{5566D6E1-03A1-4D73-A4E0-35D74D568A04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5" creationId="{9F835A99-04AC-494A-A572-AFE8413CC938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7" creationId="{7B786209-1B0B-4CA9-9BDD-F7327066A84D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29" creationId="{2D2964BB-484D-45AE-AD66-D407D0629652}"/>
          </ac:spMkLst>
        </pc:spChg>
        <pc:spChg chg="add">
          <ac:chgData name="Abs24 ZetJ" userId="c357789f-51ee-4d77-b637-f45a667dcab7" providerId="ADAL" clId="{DC2D5F78-5655-4DC3-BC58-6E29A51BF770}" dt="2021-11-23T16:24:12.156" v="2034" actId="26606"/>
          <ac:spMkLst>
            <pc:docMk/>
            <pc:sldMk cId="2866766052" sldId="262"/>
            <ac:spMk id="31" creationId="{6691AC69-A76E-4DAB-B565-468B6B87ACF3}"/>
          </ac:spMkLst>
        </pc:spChg>
        <pc:picChg chg="add mod">
          <ac:chgData name="Abs24 ZetJ" userId="c357789f-51ee-4d77-b637-f45a667dcab7" providerId="ADAL" clId="{DC2D5F78-5655-4DC3-BC58-6E29A51BF770}" dt="2021-11-25T18:30:36.729" v="3309" actId="1076"/>
          <ac:picMkLst>
            <pc:docMk/>
            <pc:sldMk cId="2866766052" sldId="262"/>
            <ac:picMk id="5" creationId="{05E1F893-D474-4068-924A-54687942DF7C}"/>
          </ac:picMkLst>
        </pc:picChg>
        <pc:picChg chg="add del mod">
          <ac:chgData name="Abs24 ZetJ" userId="c357789f-51ee-4d77-b637-f45a667dcab7" providerId="ADAL" clId="{DC2D5F78-5655-4DC3-BC58-6E29A51BF770}" dt="2021-11-23T16:06:47.303" v="1951" actId="478"/>
          <ac:picMkLst>
            <pc:docMk/>
            <pc:sldMk cId="2866766052" sldId="262"/>
            <ac:picMk id="5" creationId="{64989B17-2278-46D7-8F94-05DBED4BE54A}"/>
          </ac:picMkLst>
        </pc:picChg>
        <pc:picChg chg="add mod">
          <ac:chgData name="Abs24 ZetJ" userId="c357789f-51ee-4d77-b637-f45a667dcab7" providerId="ADAL" clId="{DC2D5F78-5655-4DC3-BC58-6E29A51BF770}" dt="2021-11-25T18:31:25.260" v="3318" actId="1076"/>
          <ac:picMkLst>
            <pc:docMk/>
            <pc:sldMk cId="2866766052" sldId="262"/>
            <ac:picMk id="7" creationId="{B2F5FC2D-9B21-450B-A625-166A1BEF3096}"/>
          </ac:picMkLst>
        </pc:picChg>
      </pc:sldChg>
      <pc:sldChg chg="addSp delSp modSp new mod setBg">
        <pc:chgData name="Abs24 ZetJ" userId="c357789f-51ee-4d77-b637-f45a667dcab7" providerId="ADAL" clId="{DC2D5F78-5655-4DC3-BC58-6E29A51BF770}" dt="2021-11-25T17:01:09.958" v="2829" actId="207"/>
        <pc:sldMkLst>
          <pc:docMk/>
          <pc:sldMk cId="699730665" sldId="263"/>
        </pc:sldMkLst>
        <pc:spChg chg="mod">
          <ac:chgData name="Abs24 ZetJ" userId="c357789f-51ee-4d77-b637-f45a667dcab7" providerId="ADAL" clId="{DC2D5F78-5655-4DC3-BC58-6E29A51BF770}" dt="2021-11-25T15:05:00.952" v="2472" actId="26606"/>
          <ac:spMkLst>
            <pc:docMk/>
            <pc:sldMk cId="699730665" sldId="263"/>
            <ac:spMk id="2" creationId="{6E852BE4-8DD3-4F9A-BCB7-6F66BB6251BD}"/>
          </ac:spMkLst>
        </pc:spChg>
        <pc:spChg chg="add del mod">
          <ac:chgData name="Abs24 ZetJ" userId="c357789f-51ee-4d77-b637-f45a667dcab7" providerId="ADAL" clId="{DC2D5F78-5655-4DC3-BC58-6E29A51BF770}" dt="2021-11-25T17:01:09.958" v="2829" actId="207"/>
          <ac:spMkLst>
            <pc:docMk/>
            <pc:sldMk cId="699730665" sldId="263"/>
            <ac:spMk id="3" creationId="{F22BC20C-BE0D-47C1-92F0-209CBA46E87D}"/>
          </ac:spMkLst>
        </pc:spChg>
        <pc:spChg chg="add del">
          <ac:chgData name="Abs24 ZetJ" userId="c357789f-51ee-4d77-b637-f45a667dcab7" providerId="ADAL" clId="{DC2D5F78-5655-4DC3-BC58-6E29A51BF770}" dt="2021-11-24T17:06:50.484" v="2432" actId="26606"/>
          <ac:spMkLst>
            <pc:docMk/>
            <pc:sldMk cId="699730665" sldId="263"/>
            <ac:spMk id="5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4T17:06:50.484" v="2432" actId="26606"/>
          <ac:spMkLst>
            <pc:docMk/>
            <pc:sldMk cId="699730665" sldId="263"/>
            <ac:spMk id="6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4T17:06:50.484" v="2432" actId="26606"/>
          <ac:spMkLst>
            <pc:docMk/>
            <pc:sldMk cId="699730665" sldId="263"/>
            <ac:spMk id="7" creationId="{081E4A58-353D-44AE-B2FC-2A74E2E400F7}"/>
          </ac:spMkLst>
        </pc:spChg>
        <pc:spChg chg="add del">
          <ac:chgData name="Abs24 ZetJ" userId="c357789f-51ee-4d77-b637-f45a667dcab7" providerId="ADAL" clId="{DC2D5F78-5655-4DC3-BC58-6E29A51BF770}" dt="2021-11-24T17:06:43.190" v="2430" actId="26606"/>
          <ac:spMkLst>
            <pc:docMk/>
            <pc:sldMk cId="699730665" sldId="263"/>
            <ac:spMk id="8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4T19:25:33.890" v="2471" actId="26606"/>
          <ac:spMkLst>
            <pc:docMk/>
            <pc:sldMk cId="699730665" sldId="263"/>
            <ac:spMk id="9" creationId="{907EF6B7-1338-4443-8C46-6A318D952DFD}"/>
          </ac:spMkLst>
        </pc:spChg>
        <pc:spChg chg="add del">
          <ac:chgData name="Abs24 ZetJ" userId="c357789f-51ee-4d77-b637-f45a667dcab7" providerId="ADAL" clId="{DC2D5F78-5655-4DC3-BC58-6E29A51BF770}" dt="2021-11-24T17:06:43.190" v="2430" actId="26606"/>
          <ac:spMkLst>
            <pc:docMk/>
            <pc:sldMk cId="699730665" sldId="263"/>
            <ac:spMk id="10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4T19:25:33.890" v="2471" actId="26606"/>
          <ac:spMkLst>
            <pc:docMk/>
            <pc:sldMk cId="699730665" sldId="263"/>
            <ac:spMk id="11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4T17:06:43.190" v="2430" actId="26606"/>
          <ac:spMkLst>
            <pc:docMk/>
            <pc:sldMk cId="699730665" sldId="263"/>
            <ac:spMk id="12" creationId="{081E4A58-353D-44AE-B2FC-2A74E2E400F7}"/>
          </ac:spMkLst>
        </pc:spChg>
        <pc:spChg chg="add del">
          <ac:chgData name="Abs24 ZetJ" userId="c357789f-51ee-4d77-b637-f45a667dcab7" providerId="ADAL" clId="{DC2D5F78-5655-4DC3-BC58-6E29A51BF770}" dt="2021-11-24T19:25:33.890" v="2471" actId="26606"/>
          <ac:spMkLst>
            <pc:docMk/>
            <pc:sldMk cId="699730665" sldId="263"/>
            <ac:spMk id="13" creationId="{081E4A58-353D-44AE-B2FC-2A74E2E400F7}"/>
          </ac:spMkLst>
        </pc:spChg>
        <pc:spChg chg="add">
          <ac:chgData name="Abs24 ZetJ" userId="c357789f-51ee-4d77-b637-f45a667dcab7" providerId="ADAL" clId="{DC2D5F78-5655-4DC3-BC58-6E29A51BF770}" dt="2021-11-25T15:05:00.952" v="2472" actId="26606"/>
          <ac:spMkLst>
            <pc:docMk/>
            <pc:sldMk cId="699730665" sldId="263"/>
            <ac:spMk id="14" creationId="{907EF6B7-1338-4443-8C46-6A318D952DFD}"/>
          </ac:spMkLst>
        </pc:spChg>
        <pc:spChg chg="add">
          <ac:chgData name="Abs24 ZetJ" userId="c357789f-51ee-4d77-b637-f45a667dcab7" providerId="ADAL" clId="{DC2D5F78-5655-4DC3-BC58-6E29A51BF770}" dt="2021-11-25T15:05:00.952" v="2472" actId="26606"/>
          <ac:spMkLst>
            <pc:docMk/>
            <pc:sldMk cId="699730665" sldId="263"/>
            <ac:spMk id="15" creationId="{DAAE4CDD-124C-4DCF-9584-B6033B545DD5}"/>
          </ac:spMkLst>
        </pc:spChg>
        <pc:spChg chg="add">
          <ac:chgData name="Abs24 ZetJ" userId="c357789f-51ee-4d77-b637-f45a667dcab7" providerId="ADAL" clId="{DC2D5F78-5655-4DC3-BC58-6E29A51BF770}" dt="2021-11-25T15:05:00.952" v="2472" actId="26606"/>
          <ac:spMkLst>
            <pc:docMk/>
            <pc:sldMk cId="699730665" sldId="263"/>
            <ac:spMk id="16" creationId="{081E4A58-353D-44AE-B2FC-2A74E2E400F7}"/>
          </ac:spMkLst>
        </pc:spChg>
        <pc:spChg chg="add del mod">
          <ac:chgData name="Abs24 ZetJ" userId="c357789f-51ee-4d77-b637-f45a667dcab7" providerId="ADAL" clId="{DC2D5F78-5655-4DC3-BC58-6E29A51BF770}" dt="2021-11-25T16:56:09.370" v="2618" actId="478"/>
          <ac:spMkLst>
            <pc:docMk/>
            <pc:sldMk cId="699730665" sldId="263"/>
            <ac:spMk id="17" creationId="{25230B78-0BA3-4591-AF1B-80A04BA94E22}"/>
          </ac:spMkLst>
        </pc:spChg>
      </pc:sldChg>
      <pc:sldChg chg="addSp delSp modSp new mod ord setBg">
        <pc:chgData name="Abs24 ZetJ" userId="c357789f-51ee-4d77-b637-f45a667dcab7" providerId="ADAL" clId="{DC2D5F78-5655-4DC3-BC58-6E29A51BF770}" dt="2021-11-25T17:23:06.301" v="3206" actId="790"/>
        <pc:sldMkLst>
          <pc:docMk/>
          <pc:sldMk cId="4167338512" sldId="264"/>
        </pc:sldMkLst>
        <pc:spChg chg="del mod">
          <ac:chgData name="Abs24 ZetJ" userId="c357789f-51ee-4d77-b637-f45a667dcab7" providerId="ADAL" clId="{DC2D5F78-5655-4DC3-BC58-6E29A51BF770}" dt="2021-11-25T17:18:33.046" v="3072" actId="478"/>
          <ac:spMkLst>
            <pc:docMk/>
            <pc:sldMk cId="4167338512" sldId="264"/>
            <ac:spMk id="2" creationId="{D76E71E1-5EC5-40F0-9A4A-4E82D6C7B392}"/>
          </ac:spMkLst>
        </pc:spChg>
        <pc:spChg chg="mod">
          <ac:chgData name="Abs24 ZetJ" userId="c357789f-51ee-4d77-b637-f45a667dcab7" providerId="ADAL" clId="{DC2D5F78-5655-4DC3-BC58-6E29A51BF770}" dt="2021-11-25T17:23:06.301" v="3206" actId="790"/>
          <ac:spMkLst>
            <pc:docMk/>
            <pc:sldMk cId="4167338512" sldId="264"/>
            <ac:spMk id="3" creationId="{5C920351-74C0-441F-AC68-B9BF370EC0B5}"/>
          </ac:spMkLst>
        </pc:spChg>
        <pc:spChg chg="add del mod">
          <ac:chgData name="Abs24 ZetJ" userId="c357789f-51ee-4d77-b637-f45a667dcab7" providerId="ADAL" clId="{DC2D5F78-5655-4DC3-BC58-6E29A51BF770}" dt="2021-11-25T17:18:30.830" v="3071" actId="478"/>
          <ac:spMkLst>
            <pc:docMk/>
            <pc:sldMk cId="4167338512" sldId="264"/>
            <ac:spMk id="6" creationId="{44209837-32ED-4B29-942E-615F39E46289}"/>
          </ac:spMkLst>
        </pc:spChg>
        <pc:spChg chg="add">
          <ac:chgData name="Abs24 ZetJ" userId="c357789f-51ee-4d77-b637-f45a667dcab7" providerId="ADAL" clId="{DC2D5F78-5655-4DC3-BC58-6E29A51BF770}" dt="2021-11-25T17:16:34.198" v="3059" actId="26606"/>
          <ac:spMkLst>
            <pc:docMk/>
            <pc:sldMk cId="4167338512" sldId="264"/>
            <ac:spMk id="7" creationId="{362810D9-2C5A-477D-949C-C191895477F3}"/>
          </ac:spMkLst>
        </pc:spChg>
        <pc:spChg chg="add del">
          <ac:chgData name="Abs24 ZetJ" userId="c357789f-51ee-4d77-b637-f45a667dcab7" providerId="ADAL" clId="{DC2D5F78-5655-4DC3-BC58-6E29A51BF770}" dt="2021-11-25T17:16:16.106" v="3056" actId="26606"/>
          <ac:spMkLst>
            <pc:docMk/>
            <pc:sldMk cId="4167338512" sldId="264"/>
            <ac:spMk id="8" creationId="{907EF6B7-1338-4443-8C46-6A318D952DFD}"/>
          </ac:spMkLst>
        </pc:spChg>
        <pc:spChg chg="add">
          <ac:chgData name="Abs24 ZetJ" userId="c357789f-51ee-4d77-b637-f45a667dcab7" providerId="ADAL" clId="{DC2D5F78-5655-4DC3-BC58-6E29A51BF770}" dt="2021-11-25T17:16:34.198" v="3059" actId="26606"/>
          <ac:spMkLst>
            <pc:docMk/>
            <pc:sldMk cId="4167338512" sldId="264"/>
            <ac:spMk id="9" creationId="{081E4A58-353D-44AE-B2FC-2A74E2E400F7}"/>
          </ac:spMkLst>
        </pc:spChg>
        <pc:spChg chg="add del">
          <ac:chgData name="Abs24 ZetJ" userId="c357789f-51ee-4d77-b637-f45a667dcab7" providerId="ADAL" clId="{DC2D5F78-5655-4DC3-BC58-6E29A51BF770}" dt="2021-11-25T17:16:16.106" v="3056" actId="26606"/>
          <ac:spMkLst>
            <pc:docMk/>
            <pc:sldMk cId="4167338512" sldId="264"/>
            <ac:spMk id="10" creationId="{DAAE4CDD-124C-4DCF-9584-B6033B545DD5}"/>
          </ac:spMkLst>
        </pc:spChg>
        <pc:spChg chg="add del">
          <ac:chgData name="Abs24 ZetJ" userId="c357789f-51ee-4d77-b637-f45a667dcab7" providerId="ADAL" clId="{DC2D5F78-5655-4DC3-BC58-6E29A51BF770}" dt="2021-11-25T17:16:16.106" v="3056" actId="26606"/>
          <ac:spMkLst>
            <pc:docMk/>
            <pc:sldMk cId="4167338512" sldId="264"/>
            <ac:spMk id="12" creationId="{081E4A58-353D-44AE-B2FC-2A74E2E400F7}"/>
          </ac:spMkLst>
        </pc:spChg>
        <pc:spChg chg="add del mod">
          <ac:chgData name="Abs24 ZetJ" userId="c357789f-51ee-4d77-b637-f45a667dcab7" providerId="ADAL" clId="{DC2D5F78-5655-4DC3-BC58-6E29A51BF770}" dt="2021-11-25T17:18:54.064" v="3076" actId="478"/>
          <ac:spMkLst>
            <pc:docMk/>
            <pc:sldMk cId="4167338512" sldId="264"/>
            <ac:spMk id="13" creationId="{12323403-522F-4D3B-90B1-BE435CC3B836}"/>
          </ac:spMkLst>
        </pc:spChg>
        <pc:spChg chg="add mod">
          <ac:chgData name="Abs24 ZetJ" userId="c357789f-51ee-4d77-b637-f45a667dcab7" providerId="ADAL" clId="{DC2D5F78-5655-4DC3-BC58-6E29A51BF770}" dt="2021-11-25T17:20:54.925" v="3201" actId="14100"/>
          <ac:spMkLst>
            <pc:docMk/>
            <pc:sldMk cId="4167338512" sldId="264"/>
            <ac:spMk id="14" creationId="{CED2BCF6-D4BD-428D-A8FE-97609AAC61F8}"/>
          </ac:spMkLst>
        </pc:spChg>
        <pc:picChg chg="add del mod">
          <ac:chgData name="Abs24 ZetJ" userId="c357789f-51ee-4d77-b637-f45a667dcab7" providerId="ADAL" clId="{DC2D5F78-5655-4DC3-BC58-6E29A51BF770}" dt="2021-11-25T17:15:36.063" v="3052" actId="478"/>
          <ac:picMkLst>
            <pc:docMk/>
            <pc:sldMk cId="4167338512" sldId="264"/>
            <ac:picMk id="5" creationId="{44D1F274-B5F2-461E-979E-5E8BAAAE601C}"/>
          </ac:picMkLst>
        </pc:picChg>
        <pc:picChg chg="add mod ord">
          <ac:chgData name="Abs24 ZetJ" userId="c357789f-51ee-4d77-b637-f45a667dcab7" providerId="ADAL" clId="{DC2D5F78-5655-4DC3-BC58-6E29A51BF770}" dt="2021-11-25T17:17:16.436" v="3061" actId="1076"/>
          <ac:picMkLst>
            <pc:docMk/>
            <pc:sldMk cId="4167338512" sldId="264"/>
            <ac:picMk id="5" creationId="{BD675132-2E3C-4693-B22D-D71C819175D0}"/>
          </ac:picMkLst>
        </pc:picChg>
      </pc:sldChg>
      <pc:sldChg chg="addSp modSp new mod setBg">
        <pc:chgData name="Abs24 ZetJ" userId="c357789f-51ee-4d77-b637-f45a667dcab7" providerId="ADAL" clId="{DC2D5F78-5655-4DC3-BC58-6E29A51BF770}" dt="2021-11-25T20:10:46.850" v="3524" actId="26606"/>
        <pc:sldMkLst>
          <pc:docMk/>
          <pc:sldMk cId="625391874" sldId="265"/>
        </pc:sldMkLst>
        <pc:spChg chg="mo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2" creationId="{CEFA386B-665A-49C0-9B7A-03B0AC2879B5}"/>
          </ac:spMkLst>
        </pc:spChg>
        <pc:spChg chg="mo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3" creationId="{2F283247-113C-4D96-84EA-41E8E78F4AC4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8" creationId="{D278ADA9-6383-4BDD-80D2-8899A402687B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10" creationId="{484B7147-B0F6-40ED-B5A2-FF72BC8198B6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12" creationId="{B36D2DE0-0628-4A9A-A59D-7BA8B5EB3022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14" creationId="{48E405C9-94BE-41DA-928C-DEC9A8550E9F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16" creationId="{D2091A72-D5BB-42AC-8FD3-F7747D90861E}"/>
          </ac:spMkLst>
        </pc:spChg>
        <pc:spChg chg="add">
          <ac:chgData name="Abs24 ZetJ" userId="c357789f-51ee-4d77-b637-f45a667dcab7" providerId="ADAL" clId="{DC2D5F78-5655-4DC3-BC58-6E29A51BF770}" dt="2021-11-25T20:10:46.850" v="3524" actId="26606"/>
          <ac:spMkLst>
            <pc:docMk/>
            <pc:sldMk cId="625391874" sldId="265"/>
            <ac:spMk id="18" creationId="{6ED12BFC-A737-46AF-8411-481112D54B0C}"/>
          </ac:spMkLst>
        </pc:spChg>
      </pc:sldChg>
      <pc:sldChg chg="new del">
        <pc:chgData name="Abs24 ZetJ" userId="c357789f-51ee-4d77-b637-f45a667dcab7" providerId="ADAL" clId="{DC2D5F78-5655-4DC3-BC58-6E29A51BF770}" dt="2021-11-25T20:07:26.821" v="3377" actId="2696"/>
        <pc:sldMkLst>
          <pc:docMk/>
          <pc:sldMk cId="741558873" sldId="265"/>
        </pc:sldMkLst>
      </pc:sldChg>
      <pc:sldMasterChg chg="modTransition modSldLayout">
        <pc:chgData name="Abs24 ZetJ" userId="c357789f-51ee-4d77-b637-f45a667dcab7" providerId="ADAL" clId="{DC2D5F78-5655-4DC3-BC58-6E29A51BF770}" dt="2021-11-23T16:31:09.286" v="2098"/>
        <pc:sldMasterMkLst>
          <pc:docMk/>
          <pc:sldMasterMk cId="2022860710" sldId="2147483648"/>
        </pc:sldMasterMkLst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4224609722" sldId="2147483649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1945099705" sldId="2147483650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3013490461" sldId="2147483651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2581845442" sldId="2147483652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2997481351" sldId="2147483653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1774894791" sldId="2147483654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4125653765" sldId="2147483655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1153070448" sldId="2147483656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1962958815" sldId="2147483657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3274994693" sldId="2147483658"/>
          </pc:sldLayoutMkLst>
        </pc:sldLayoutChg>
        <pc:sldLayoutChg chg="modTransition">
          <pc:chgData name="Abs24 ZetJ" userId="c357789f-51ee-4d77-b637-f45a667dcab7" providerId="ADAL" clId="{DC2D5F78-5655-4DC3-BC58-6E29A51BF770}" dt="2021-11-23T16:31:09.286" v="2098"/>
          <pc:sldLayoutMkLst>
            <pc:docMk/>
            <pc:sldMasterMk cId="2022860710" sldId="2147483648"/>
            <pc:sldLayoutMk cId="2304791534" sldId="2147483659"/>
          </pc:sldLayoutMkLst>
        </pc:sldLayoutChg>
      </pc:sldMasterChg>
    </pc:docChg>
  </pc:docChgLst>
  <pc:docChgLst>
    <pc:chgData name="Abs24 ZetJ" userId="S::abs24.zetj@zsmr.cz::c357789f-51ee-4d77-b637-f45a667dcab7" providerId="AD" clId="Web-{4C139923-0E04-87E4-FFD1-9B8AA226C558}"/>
    <pc:docChg chg="modSld">
      <pc:chgData name="Abs24 ZetJ" userId="S::abs24.zetj@zsmr.cz::c357789f-51ee-4d77-b637-f45a667dcab7" providerId="AD" clId="Web-{4C139923-0E04-87E4-FFD1-9B8AA226C558}" dt="2021-11-25T16:52:55.106" v="3"/>
      <pc:docMkLst>
        <pc:docMk/>
      </pc:docMkLst>
      <pc:sldChg chg="addAnim modAnim">
        <pc:chgData name="Abs24 ZetJ" userId="S::abs24.zetj@zsmr.cz::c357789f-51ee-4d77-b637-f45a667dcab7" providerId="AD" clId="Web-{4C139923-0E04-87E4-FFD1-9B8AA226C558}" dt="2021-11-25T16:52:55.106" v="3"/>
        <pc:sldMkLst>
          <pc:docMk/>
          <pc:sldMk cId="3258892284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C8D91-2639-4FB0-ABAF-CE1AF5AB1639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4BEF9-0378-4B1D-A24F-F369987DE2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118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4BEF9-0378-4B1D-A24F-F369987DE283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748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4BEF9-0378-4B1D-A24F-F369987DE283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399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5ACA2-D949-47AF-B2DD-BE559B90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A6EEBB1-1EEC-45E6-BB86-F9053DDEA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F6071EE-795C-4FED-9986-584BC468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D63C06-C35F-4C80-BA70-6C2E6FD8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C67515-DC31-4B17-9F3F-958F97E2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460972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AFE7CA-CE70-4169-86FC-0DEE8A45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B7309C-AAA8-4FA1-B951-F39E9356A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C89BF0-8BDF-4F53-AB1B-BC531C5A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E8B6297-C602-4AF1-927E-E73E0967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3E51B62-1888-4821-BF2F-1C9405F3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509970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752E27-3123-4392-8CFB-6B46B6EF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FF3AAE-CBED-4EEA-9D20-7B73B555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32C0A3-484F-4283-8EF6-EF7B0CF9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CD1B6B8-859E-4F69-BEC7-E55BEF491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3B20E8C-D737-4625-B5E2-6301F77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349046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AD505-6370-4344-A3E2-927689900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EDAC49-50F4-438C-AA3D-076F30BC9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04151FC-4DA0-4BCE-B710-EDFE67F16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BD60452-4926-4EEC-A88B-BAA3A3F8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6369238-D847-4BEC-BA45-871F739A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2ABDBA-1ABA-4068-9EE9-4A574B72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184544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661557-24EF-4C81-BE62-DFDC0862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6733B1C-E919-43DA-A093-139CC381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FCAC3D0-DC38-42A9-BB51-C099CBD23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4078B6A-3E6B-4678-AE10-6FBF1230E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5A416F2-2536-46F9-8296-1B363E935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B30AD7F-51FB-4C24-880D-242974AC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04000D-9020-4E50-8FA1-D3FF591E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F843E24-133D-4586-A783-E1897D14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748135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E5D312-FF94-4F75-94B9-4F8F8C6E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B7E8776-8473-4765-900A-30F85900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961FD83-F1DE-4B13-9658-212B8144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359120B-3575-4718-AC4E-6F4FFBCC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489479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CA5B696-C4A9-44E2-807A-FBF3ECD2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2002F81-D486-4A17-BAA7-7C5AB82A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730D5EC-E79B-4384-9F89-ADFBB0F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565376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2E009F-0B22-47FF-B876-F34E52A1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D815D4-5F4D-42E9-B645-92C3944A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8BAB323-C51A-46E0-8F71-8FEFE42D1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DFE25FE-E45B-4179-8E58-CEB98F00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1707D9-BAE7-4345-9057-098DD1C0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9EB174B-3046-4A41-950D-CA8BE56B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307044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2F50C8-F250-4F85-81CC-391E2295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5E607CC-EFE3-477E-A0B4-69B70004A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8CBC872-FD15-4AF1-B6C3-FE45FE30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6105CF-2787-441A-BD82-92282B97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7B4D70D-FD74-4FBF-BB52-2566A212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97EE8AA-6236-4DB2-AD41-6DA645BE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295881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C5DA7F-15BE-4AD2-9626-399541CE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E59E9EF-3A93-4FEF-9F80-1851284C2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04746D-4035-401C-8932-AC4C8EC2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19C4CB-9AF7-4360-A0E0-8DC331F6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B4E31E-E0B7-480B-8BC5-07BC1100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499469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EE41A15-26EA-437A-A643-A51FAFFFA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43B3BE3-27AD-44D4-90C9-21F6C8B39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D3F6CF5-A863-4F01-80F1-E647D91D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803BE6B-37C9-486E-B441-B46A5648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6E7A1D-9D42-42A0-B970-3266FC2D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47915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9C6AB8E-7200-485F-AD98-4FB79934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06FDC2E-BF50-4CD1-B1A4-A8DA640B0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5001C8-3E54-462C-99F4-04261822D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C6AA4-8768-4630-884B-885D70C435BF}" type="datetimeFigureOut">
              <a:rPr lang="cs-CZ" smtClean="0"/>
              <a:t>25.11.2021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F00BFC-241A-43BF-8018-BCF85E5BE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935CFC-2BEF-49A7-AEDE-50995C321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A202-7833-4434-8C38-446E00698FB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286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merick_(poetry)" TargetMode="External"/><Relationship Id="rId7" Type="http://schemas.openxmlformats.org/officeDocument/2006/relationships/hyperlink" Target="https://en.wikipedia.org/wiki/Limerick_(poetry)#/media/File:1862ca-a-book-of-nonsense--edward-lear-001.jpg" TargetMode="External"/><Relationship Id="rId2" Type="http://schemas.openxmlformats.org/officeDocument/2006/relationships/hyperlink" Target="https://cs.wikipedia.org/wiki/Limeri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bagalleries.com/view-auctions/catalog/id/354/lot/106561/The-History-of-Sixteen-Wonderful-Old-Women" TargetMode="External"/><Relationship Id="rId5" Type="http://schemas.openxmlformats.org/officeDocument/2006/relationships/hyperlink" Target="https://upload.wikimedia.org/wikipedia/commons/2/2d/Hercules_%26_Waggoner2.jpg" TargetMode="External"/><Relationship Id="rId4" Type="http://schemas.openxmlformats.org/officeDocument/2006/relationships/hyperlink" Target="https://upload.wikimedia.org/wikipedia/commons/6/60/Tora_Rolle_auf_Pergament.jpg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D675132-2E3C-4693-B22D-D71C819175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5" b="5634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9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C920351-74C0-441F-AC68-B9BF370EC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0402" y="2613327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FFFF"/>
                </a:solidFill>
              </a:rPr>
              <a:t>Poetický útvar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FFFF"/>
                </a:solidFill>
              </a:rPr>
              <a:t>Prezentace 26. 11. 2021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FFFFFF"/>
                </a:solidFill>
              </a:rPr>
              <a:t>Pracovní sešit str. 16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CED2BCF6-D4BD-428D-A8FE-97609AAC61F8}"/>
              </a:ext>
            </a:extLst>
          </p:cNvPr>
          <p:cNvSpPr/>
          <p:nvPr/>
        </p:nvSpPr>
        <p:spPr>
          <a:xfrm>
            <a:off x="250151" y="961541"/>
            <a:ext cx="3474955" cy="1651786"/>
          </a:xfrm>
          <a:prstGeom prst="ellipse">
            <a:avLst/>
          </a:prstGeom>
          <a:solidFill>
            <a:srgbClr val="ED7D31">
              <a:alpha val="16078"/>
            </a:srgb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400" dirty="0" err="1"/>
              <a:t>Limeriky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41673385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317505C-1D24-4D42-AF37-B2FF93FD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Základní informace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031FB5-F979-4F24-8976-BC9A1CD19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671" y="768654"/>
            <a:ext cx="5257799" cy="4889350"/>
          </a:xfrm>
        </p:spPr>
        <p:txBody>
          <a:bodyPr anchor="t">
            <a:normAutofit/>
          </a:bodyPr>
          <a:lstStyle/>
          <a:p>
            <a:r>
              <a:rPr lang="cs-CZ" dirty="0"/>
              <a:t>Humorná báseň (většina případů) </a:t>
            </a:r>
          </a:p>
          <a:p>
            <a:r>
              <a:rPr lang="cs-CZ" dirty="0"/>
              <a:t>Neexistují normy pro tvorbu</a:t>
            </a:r>
          </a:p>
          <a:p>
            <a:r>
              <a:rPr lang="cs-CZ" dirty="0"/>
              <a:t>Většina případů – pět veršů, dva rýmy, schéma: a-a-b-b-a </a:t>
            </a:r>
          </a:p>
          <a:p>
            <a:r>
              <a:rPr lang="cs-CZ" dirty="0"/>
              <a:t>Možný původ ve městě Limerick (Irsko) </a:t>
            </a:r>
          </a:p>
          <a:p>
            <a:pPr lvl="1"/>
            <a:r>
              <a:rPr lang="cs-CZ" dirty="0"/>
              <a:t>Olympiáda </a:t>
            </a:r>
            <a:r>
              <a:rPr lang="cs-CZ" dirty="0" err="1"/>
              <a:t>limeriků</a:t>
            </a:r>
            <a:r>
              <a:rPr lang="cs-CZ" dirty="0"/>
              <a:t> (motto: </a:t>
            </a:r>
            <a:r>
              <a:rPr lang="cs-CZ" dirty="0" err="1"/>
              <a:t>Limerik</a:t>
            </a:r>
            <a:r>
              <a:rPr lang="cs-CZ" dirty="0"/>
              <a:t> zpátky do Limericku) </a:t>
            </a:r>
          </a:p>
          <a:p>
            <a:r>
              <a:rPr lang="cs-CZ" dirty="0"/>
              <a:t>Většinou začíná frází: „Byl jednou jeden … z …“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voda, exteriér, obloha, příroda&#10;&#10;Popis byl vytvořen automaticky">
            <a:extLst>
              <a:ext uri="{FF2B5EF4-FFF2-40B4-BE49-F238E27FC236}">
                <a16:creationId xmlns:a16="http://schemas.microsoft.com/office/drawing/2014/main" id="{0743E720-37C2-48B0-B36A-7E625E287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199" y="404645"/>
            <a:ext cx="2808891" cy="187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92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E0362E-950F-4A5D-86C5-763A0A45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Historie </a:t>
            </a:r>
            <a:r>
              <a:rPr lang="cs-CZ" dirty="0" err="1">
                <a:solidFill>
                  <a:srgbClr val="FFFFFF"/>
                </a:solidFill>
              </a:rPr>
              <a:t>limeriku</a:t>
            </a:r>
            <a:endParaRPr lang="cs-CZ" dirty="0">
              <a:solidFill>
                <a:srgbClr val="FFFFFF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917195-DF03-4610-8932-393B642D1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937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cs-CZ" dirty="0"/>
              <a:t>Něco podobného v antice i ve středověku (Tomáš Akvinský)</a:t>
            </a:r>
          </a:p>
          <a:p>
            <a:r>
              <a:rPr lang="cs-CZ" dirty="0"/>
              <a:t> Populární v Anglii – 19. století</a:t>
            </a:r>
          </a:p>
          <a:p>
            <a:r>
              <a:rPr lang="cs-CZ" sz="2400" dirty="0" err="1"/>
              <a:t>Limerik</a:t>
            </a:r>
            <a:r>
              <a:rPr lang="cs-CZ" sz="2400" dirty="0"/>
              <a:t> v knihách </a:t>
            </a:r>
            <a:r>
              <a:rPr lang="cs-CZ" sz="2400" i="1" dirty="0"/>
              <a:t>Historie šestnácti podivuhodných starých žen (John </a:t>
            </a:r>
            <a:r>
              <a:rPr lang="cs-CZ" sz="2400" i="1" dirty="0" err="1"/>
              <a:t>Harris</a:t>
            </a:r>
            <a:r>
              <a:rPr lang="cs-CZ" sz="2400" i="1" dirty="0"/>
              <a:t> &amp; Son 1820), </a:t>
            </a:r>
            <a:r>
              <a:rPr lang="cs-CZ" sz="2400" dirty="0"/>
              <a:t>společně s kresbami</a:t>
            </a:r>
          </a:p>
          <a:p>
            <a:r>
              <a:rPr lang="cs-CZ" sz="2400" dirty="0"/>
              <a:t>Rozšíření </a:t>
            </a:r>
            <a:r>
              <a:rPr lang="cs-CZ" sz="2400" dirty="0" err="1"/>
              <a:t>limeriku</a:t>
            </a:r>
            <a:r>
              <a:rPr lang="cs-CZ" sz="2400" dirty="0"/>
              <a:t> – Edward Lear </a:t>
            </a:r>
          </a:p>
          <a:p>
            <a:pPr lvl="1"/>
            <a:r>
              <a:rPr lang="cs-CZ" sz="2000" dirty="0"/>
              <a:t>Vydal knihu – Velká kniha nesmyslů (1846)</a:t>
            </a:r>
          </a:p>
          <a:p>
            <a:pPr lvl="1"/>
            <a:r>
              <a:rPr lang="cs-CZ" sz="2000" dirty="0"/>
              <a:t>Porušil schéma v </a:t>
            </a:r>
            <a:r>
              <a:rPr lang="cs-CZ" sz="2000" dirty="0" err="1"/>
              <a:t>nějkých</a:t>
            </a:r>
            <a:r>
              <a:rPr lang="cs-CZ" sz="2000" dirty="0"/>
              <a:t> </a:t>
            </a:r>
            <a:r>
              <a:rPr lang="cs-CZ" sz="2000" dirty="0" err="1"/>
              <a:t>limericích</a:t>
            </a:r>
            <a:r>
              <a:rPr lang="cs-CZ" sz="2000" dirty="0"/>
              <a:t>  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05E1F893-D474-4068-924A-54687942D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59" y="270619"/>
            <a:ext cx="1911497" cy="3178471"/>
          </a:xfrm>
          <a:prstGeom prst="rect">
            <a:avLst/>
          </a:prstGeom>
        </p:spPr>
      </p:pic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B2F5FC2D-9B21-450B-A625-166A1BEF3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287" y="3571916"/>
            <a:ext cx="2792541" cy="181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6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FEAAFB4-CBB1-4446-98AF-BF05FBC0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cs-CZ"/>
              <a:t>Klasický limerik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 descr="Obsah obrázku kočka, šedá, savci, hlodavci&#10;&#10;Popis byl vytvořen automaticky">
            <a:extLst>
              <a:ext uri="{FF2B5EF4-FFF2-40B4-BE49-F238E27FC236}">
                <a16:creationId xmlns:a16="http://schemas.microsoft.com/office/drawing/2014/main" id="{45C8D277-6989-4491-9C51-16E5A01129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8"/>
          <a:stretch/>
        </p:blipFill>
        <p:spPr>
          <a:xfrm>
            <a:off x="1086184" y="511293"/>
            <a:ext cx="4011377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B1F7B9-CA2C-4B80-93FA-5F5DECE00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u="sng"/>
              <a:t>KOCOUR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cs-CZ"/>
              <a:t>Jeden kocour seděl na grilu,</a:t>
            </a:r>
          </a:p>
          <a:p>
            <a:pPr marL="0" indent="0">
              <a:buNone/>
            </a:pPr>
            <a:r>
              <a:rPr lang="cs-CZ"/>
              <a:t>Náhle cítil slaninu,</a:t>
            </a:r>
          </a:p>
          <a:p>
            <a:pPr marL="0" indent="0">
              <a:buNone/>
            </a:pPr>
            <a:r>
              <a:rPr lang="cs-CZ"/>
              <a:t>Rychle se zakousl,</a:t>
            </a:r>
          </a:p>
          <a:p>
            <a:pPr marL="0" indent="0">
              <a:buNone/>
            </a:pPr>
            <a:r>
              <a:rPr lang="cs-CZ"/>
              <a:t>Ocas si překousl,</a:t>
            </a:r>
          </a:p>
          <a:p>
            <a:pPr marL="0" indent="0">
              <a:buNone/>
            </a:pPr>
            <a:r>
              <a:rPr lang="cs-CZ"/>
              <a:t>Ten mlsoun, který seděl na grilu. </a:t>
            </a: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A7725ADE-C8CF-4ED7-A927-1EF9EEB3E3B1}"/>
              </a:ext>
            </a:extLst>
          </p:cNvPr>
          <p:cNvSpPr txBox="1"/>
          <p:nvPr/>
        </p:nvSpPr>
        <p:spPr>
          <a:xfrm>
            <a:off x="10934480" y="2681337"/>
            <a:ext cx="93449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  <a:endParaRPr lang="cs-CZ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71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E5FE805-9A13-4065-8F79-FDC61706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cs-CZ"/>
              <a:t>Reverselimerik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EFDB52-4001-4161-9FE9-DFBFA64F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u="sng"/>
              <a:t>VIRY</a:t>
            </a:r>
          </a:p>
          <a:p>
            <a:pPr marL="0" indent="0">
              <a:buNone/>
            </a:pPr>
            <a:r>
              <a:rPr lang="cs-CZ"/>
              <a:t>Viry v České republice, </a:t>
            </a:r>
          </a:p>
          <a:p>
            <a:pPr marL="0" indent="0">
              <a:buNone/>
            </a:pPr>
            <a:r>
              <a:rPr lang="cs-CZ"/>
              <a:t>Roušky dáváme do kapsy,</a:t>
            </a:r>
          </a:p>
          <a:p>
            <a:pPr marL="0" indent="0">
              <a:buNone/>
            </a:pPr>
            <a:r>
              <a:rPr lang="cs-CZ"/>
              <a:t>Můžeme šířit virusy. </a:t>
            </a:r>
          </a:p>
          <a:p>
            <a:pPr marL="0" indent="0">
              <a:buNone/>
            </a:pPr>
            <a:r>
              <a:rPr lang="cs-CZ"/>
              <a:t>Lepší jsou i tasemnice.</a:t>
            </a:r>
          </a:p>
          <a:p>
            <a:pPr marL="0" indent="0">
              <a:buNone/>
            </a:pPr>
            <a:r>
              <a:rPr lang="cs-CZ"/>
              <a:t>Vyskytují se ovšem řídce.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3" name="Obrázek 12" descr="Obsah obrázku bezobratlí&#10;&#10;Popis byl vytvořen automaticky">
            <a:extLst>
              <a:ext uri="{FF2B5EF4-FFF2-40B4-BE49-F238E27FC236}">
                <a16:creationId xmlns:a16="http://schemas.microsoft.com/office/drawing/2014/main" id="{73EF7FAE-C417-458E-ACD8-1C1C5AAC43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5"/>
          <a:stretch/>
        </p:blipFill>
        <p:spPr>
          <a:xfrm>
            <a:off x="7751975" y="1075239"/>
            <a:ext cx="4128603" cy="4128603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D1A745F5-2E18-4583-BA26-5084AAB0CED1}"/>
              </a:ext>
            </a:extLst>
          </p:cNvPr>
          <p:cNvSpPr txBox="1"/>
          <p:nvPr/>
        </p:nvSpPr>
        <p:spPr>
          <a:xfrm>
            <a:off x="4905253" y="2118487"/>
            <a:ext cx="93449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cs-CZ" sz="2400" b="1">
                <a:solidFill>
                  <a:srgbClr val="FF0000"/>
                </a:solidFill>
              </a:rPr>
              <a:t>A</a:t>
            </a:r>
            <a:endParaRPr lang="cs-CZ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186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E852BE4-8DD3-4F9A-BCB7-6F66BB62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Další varianty limeriků</a:t>
            </a: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2BC20C-BE0D-47C1-92F0-209CBA46E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 err="1">
                <a:solidFill>
                  <a:srgbClr val="ED7D31"/>
                </a:solidFill>
              </a:rPr>
              <a:t>Metalimerik</a:t>
            </a:r>
            <a:r>
              <a:rPr lang="cs-CZ"/>
              <a:t> (</a:t>
            </a:r>
            <a:r>
              <a:rPr lang="cs-CZ" err="1"/>
              <a:t>limerik</a:t>
            </a:r>
            <a:r>
              <a:rPr lang="cs-CZ"/>
              <a:t> s </a:t>
            </a:r>
            <a:r>
              <a:rPr lang="cs-CZ" err="1"/>
              <a:t>limeriku</a:t>
            </a:r>
            <a:r>
              <a:rPr lang="cs-CZ"/>
              <a:t>) </a:t>
            </a:r>
          </a:p>
          <a:p>
            <a:r>
              <a:rPr lang="cs-CZ" err="1">
                <a:solidFill>
                  <a:srgbClr val="ED7D31"/>
                </a:solidFill>
              </a:rPr>
              <a:t>Replylimerik</a:t>
            </a:r>
            <a:r>
              <a:rPr lang="cs-CZ"/>
              <a:t> (</a:t>
            </a:r>
            <a:r>
              <a:rPr lang="cs-CZ" err="1"/>
              <a:t>limerik</a:t>
            </a:r>
            <a:r>
              <a:rPr lang="cs-CZ"/>
              <a:t> jako odpověď na jiný </a:t>
            </a:r>
            <a:r>
              <a:rPr lang="cs-CZ" err="1"/>
              <a:t>limerik</a:t>
            </a:r>
            <a:r>
              <a:rPr lang="cs-CZ"/>
              <a:t>) </a:t>
            </a:r>
          </a:p>
          <a:p>
            <a:r>
              <a:rPr lang="cs-CZ" err="1">
                <a:solidFill>
                  <a:srgbClr val="ED7D31"/>
                </a:solidFill>
              </a:rPr>
              <a:t>Autolimerik</a:t>
            </a:r>
            <a:r>
              <a:rPr lang="cs-CZ"/>
              <a:t> (</a:t>
            </a:r>
            <a:r>
              <a:rPr lang="cs-CZ" err="1"/>
              <a:t>limerik</a:t>
            </a:r>
            <a:r>
              <a:rPr lang="cs-CZ"/>
              <a:t> o autorovi)</a:t>
            </a:r>
          </a:p>
          <a:p>
            <a:r>
              <a:rPr lang="cs-CZ" err="1">
                <a:solidFill>
                  <a:srgbClr val="ED7D31"/>
                </a:solidFill>
              </a:rPr>
              <a:t>Reminilimerik</a:t>
            </a:r>
            <a:r>
              <a:rPr lang="cs-CZ"/>
              <a:t> (</a:t>
            </a:r>
            <a:r>
              <a:rPr lang="cs-CZ" err="1"/>
              <a:t>limerik</a:t>
            </a:r>
            <a:r>
              <a:rPr lang="cs-CZ"/>
              <a:t> citující ve verši jiného autora)</a:t>
            </a:r>
          </a:p>
          <a:p>
            <a:r>
              <a:rPr lang="cs-CZ" err="1">
                <a:solidFill>
                  <a:srgbClr val="ED7D31"/>
                </a:solidFill>
              </a:rPr>
              <a:t>Antilimerik</a:t>
            </a:r>
            <a:r>
              <a:rPr lang="cs-CZ"/>
              <a:t> (</a:t>
            </a:r>
            <a:r>
              <a:rPr lang="cs-CZ" err="1"/>
              <a:t>porušujcí</a:t>
            </a:r>
            <a:r>
              <a:rPr lang="cs-CZ"/>
              <a:t> počet veršů a nebo schéma) 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97306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4C60E7-1D7E-4850-9889-407DFD60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825" y="1233241"/>
            <a:ext cx="3240506" cy="406462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Zdroje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Zástupný obsah 2">
            <a:extLst>
              <a:ext uri="{FF2B5EF4-FFF2-40B4-BE49-F238E27FC236}">
                <a16:creationId xmlns:a16="http://schemas.microsoft.com/office/drawing/2014/main" id="{B4F1E6CE-4EF8-4235-B559-FBE11DFA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ctr">
            <a:normAutofit/>
          </a:bodyPr>
          <a:lstStyle/>
          <a:p>
            <a:r>
              <a:rPr lang="cs-CZ" sz="2000" dirty="0"/>
              <a:t>Zdroje informacích: </a:t>
            </a:r>
            <a:r>
              <a:rPr lang="cs-CZ" sz="2000" dirty="0">
                <a:hlinkClick r:id="rId2"/>
              </a:rPr>
              <a:t>https://cs.wikipedia.org/wiki/</a:t>
            </a:r>
            <a:r>
              <a:rPr lang="cs-CZ" sz="2000" dirty="0" err="1">
                <a:hlinkClick r:id="rId2"/>
              </a:rPr>
              <a:t>Limerik</a:t>
            </a:r>
            <a:r>
              <a:rPr lang="cs-CZ" sz="2000" dirty="0"/>
              <a:t>, </a:t>
            </a:r>
            <a:r>
              <a:rPr lang="cs-CZ" sz="2000" dirty="0">
                <a:hlinkClick r:id="rId3"/>
              </a:rPr>
              <a:t>https://en.wikipedia.org/wiki/Limerick_(</a:t>
            </a:r>
            <a:r>
              <a:rPr lang="cs-CZ" sz="2000" dirty="0" err="1">
                <a:hlinkClick r:id="rId3"/>
              </a:rPr>
              <a:t>poetry</a:t>
            </a:r>
            <a:r>
              <a:rPr lang="cs-CZ" sz="2000" dirty="0">
                <a:hlinkClick r:id="rId3"/>
              </a:rPr>
              <a:t>)</a:t>
            </a:r>
            <a:r>
              <a:rPr lang="cs-CZ" sz="2000" dirty="0"/>
              <a:t>, </a:t>
            </a:r>
          </a:p>
          <a:p>
            <a:r>
              <a:rPr lang="cs-CZ" sz="2000" dirty="0"/>
              <a:t>Zdroje obrázků:  </a:t>
            </a:r>
            <a:r>
              <a:rPr lang="cs-CZ" sz="2000" dirty="0">
                <a:hlinkClick r:id="rId4"/>
              </a:rPr>
              <a:t>https://upload.wikimedia.org/</a:t>
            </a:r>
            <a:r>
              <a:rPr lang="cs-CZ" sz="2000" dirty="0" err="1">
                <a:hlinkClick r:id="rId4"/>
              </a:rPr>
              <a:t>wikipedia</a:t>
            </a:r>
            <a:r>
              <a:rPr lang="cs-CZ" sz="2000" dirty="0">
                <a:hlinkClick r:id="rId4"/>
              </a:rPr>
              <a:t>/</a:t>
            </a:r>
            <a:r>
              <a:rPr lang="cs-CZ" sz="2000" dirty="0" err="1">
                <a:hlinkClick r:id="rId4"/>
              </a:rPr>
              <a:t>commons</a:t>
            </a:r>
            <a:r>
              <a:rPr lang="cs-CZ" sz="2000" dirty="0">
                <a:hlinkClick r:id="rId4"/>
              </a:rPr>
              <a:t>/6/60/Tora_Rolle_auf_Pergament.jpg</a:t>
            </a:r>
            <a:r>
              <a:rPr lang="cs-CZ" sz="2000" dirty="0"/>
              <a:t>, </a:t>
            </a:r>
            <a:r>
              <a:rPr lang="cs-CZ" sz="2000" dirty="0">
                <a:hlinkClick r:id="rId5"/>
              </a:rPr>
              <a:t>https://upload.wikimedia.org/wikipedia/commons/2/2d/Hercules_%26_Waggoner2.jpg</a:t>
            </a:r>
            <a:r>
              <a:rPr lang="cs-CZ" sz="2000" dirty="0"/>
              <a:t> , </a:t>
            </a:r>
            <a:r>
              <a:rPr lang="cs-CZ" sz="2000" dirty="0">
                <a:hlinkClick r:id="rId6"/>
              </a:rPr>
              <a:t>https://www.pbagalleries.com/</a:t>
            </a:r>
            <a:r>
              <a:rPr lang="cs-CZ" sz="2000" dirty="0" err="1">
                <a:hlinkClick r:id="rId6"/>
              </a:rPr>
              <a:t>view-auctions</a:t>
            </a:r>
            <a:r>
              <a:rPr lang="cs-CZ" sz="2000" dirty="0">
                <a:hlinkClick r:id="rId6"/>
              </a:rPr>
              <a:t>/</a:t>
            </a:r>
            <a:r>
              <a:rPr lang="cs-CZ" sz="2000" dirty="0" err="1">
                <a:hlinkClick r:id="rId6"/>
              </a:rPr>
              <a:t>catalog</a:t>
            </a:r>
            <a:r>
              <a:rPr lang="cs-CZ" sz="2000" dirty="0">
                <a:hlinkClick r:id="rId6"/>
              </a:rPr>
              <a:t>/id/354/lot/106561/</a:t>
            </a:r>
            <a:r>
              <a:rPr lang="cs-CZ" sz="2000" dirty="0" err="1">
                <a:hlinkClick r:id="rId6"/>
              </a:rPr>
              <a:t>The-History-of-Sixteen-Wonderful-Old-Women</a:t>
            </a:r>
            <a:r>
              <a:rPr lang="cs-CZ" sz="2000" dirty="0"/>
              <a:t>, </a:t>
            </a:r>
            <a:r>
              <a:rPr lang="cs-CZ" sz="2000" dirty="0">
                <a:hlinkClick r:id="rId7"/>
              </a:rPr>
              <a:t>https://en.wikipedia.org/wiki/Limerick_(</a:t>
            </a:r>
            <a:r>
              <a:rPr lang="cs-CZ" sz="2000" dirty="0" err="1">
                <a:hlinkClick r:id="rId7"/>
              </a:rPr>
              <a:t>poetry</a:t>
            </a:r>
            <a:r>
              <a:rPr lang="cs-CZ" sz="2000" dirty="0">
                <a:hlinkClick r:id="rId7"/>
              </a:rPr>
              <a:t>)#/media/File:1862ca-a-book-of-nonsense--edward-lear-001.jpg</a:t>
            </a:r>
            <a:r>
              <a:rPr lang="cs-CZ" sz="2000" dirty="0"/>
              <a:t>, kocour na grilu je z vlastního alba, atd. 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14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FA386B-665A-49C0-9B7A-03B0AC287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cs-CZ" dirty="0"/>
              <a:t>Prostor pro dotazy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F283247-113C-4D96-84EA-41E8E78F4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cs-CZ" dirty="0"/>
              <a:t>A nějaká kritika by neškodila. 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9187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4042D067186DC41BA6308A3D3966799" ma:contentTypeVersion="13" ma:contentTypeDescription="Vytvoří nový dokument" ma:contentTypeScope="" ma:versionID="9ebfda8ffb7bb90c71611ec63d26d15f">
  <xsd:schema xmlns:xsd="http://www.w3.org/2001/XMLSchema" xmlns:xs="http://www.w3.org/2001/XMLSchema" xmlns:p="http://schemas.microsoft.com/office/2006/metadata/properties" xmlns:ns3="07cbb546-e49e-4b9a-b268-7461fad8e44d" xmlns:ns4="5d1b3b79-7e55-49c7-b4e2-d4a46d60754c" targetNamespace="http://schemas.microsoft.com/office/2006/metadata/properties" ma:root="true" ma:fieldsID="c1a1aa4e9b22aa827b01c97d1a1d8e7f" ns3:_="" ns4:_="">
    <xsd:import namespace="07cbb546-e49e-4b9a-b268-7461fad8e44d"/>
    <xsd:import namespace="5d1b3b79-7e55-49c7-b4e2-d4a46d60754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bb546-e49e-4b9a-b268-7461fad8e44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b3b79-7e55-49c7-b4e2-d4a46d6075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E09D80-C0F0-431C-93E9-A277C577C3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FD1BFC-07FE-4FAC-B601-C3E570A75692}">
  <ds:schemaRefs>
    <ds:schemaRef ds:uri="07cbb546-e49e-4b9a-b268-7461fad8e44d"/>
    <ds:schemaRef ds:uri="5d1b3b79-7e55-49c7-b4e2-d4a46d6075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D93273-732E-40BF-8538-F01496C6A6F5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5d1b3b79-7e55-49c7-b4e2-d4a46d60754c"/>
    <ds:schemaRef ds:uri="07cbb546-e49e-4b9a-b268-7461fad8e44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Širokoúhlá obrazovka</PresentationFormat>
  <Paragraphs>55</Paragraphs>
  <Slides>8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Prezentace aplikace PowerPoint</vt:lpstr>
      <vt:lpstr>Základní informace</vt:lpstr>
      <vt:lpstr>Historie limeriku</vt:lpstr>
      <vt:lpstr>Klasický limerik</vt:lpstr>
      <vt:lpstr>Reverselimerik </vt:lpstr>
      <vt:lpstr>Další varianty limeriků</vt:lpstr>
      <vt:lpstr>Zdroje</vt:lpstr>
      <vt:lpstr>Prostor pro dotazy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LIMERIKY</dc:title>
  <dc:creator>Abs24 ZetJ</dc:creator>
  <cp:lastModifiedBy>Abs24 ZetJ</cp:lastModifiedBy>
  <cp:revision>1</cp:revision>
  <dcterms:created xsi:type="dcterms:W3CDTF">2021-11-20T08:51:54Z</dcterms:created>
  <dcterms:modified xsi:type="dcterms:W3CDTF">2021-11-25T20:11:13Z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0x01010054042D067186DC41BA6308A3D3966799</vt:lpwstr>
  </property>
</Properties>
</file>